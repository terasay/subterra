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27b1b341f14a7d" /><Relationship Type="http://schemas.openxmlformats.org/officeDocument/2006/relationships/extended-properties" Target="/docProps/app.xml" Id="R4930e0d8b54f4c74" /><Relationship Type="http://schemas.openxmlformats.org/officeDocument/2006/relationships/officeDocument" Target="/ppt/presentation.xml" Id="Rf1a84c5d4bc045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890d58f6cc4de9"/>
  </p:sldMasterIdLst>
  <p:notesMasterIdLst>
    <p:notesMasterId xmlns:r="http://schemas.openxmlformats.org/officeDocument/2006/relationships" r:id="Rc2bc27de45434de7"/>
  </p:notesMasterIdLst>
  <p:sldIdLst>
    <p:sldId xmlns:r="http://schemas.openxmlformats.org/officeDocument/2006/relationships" id="256" r:id="R89f7c86a081c4a89"/>
    <p:sldId xmlns:r="http://schemas.openxmlformats.org/officeDocument/2006/relationships" id="257" r:id="R5ee2617d9d1e423e"/>
    <p:sldId xmlns:r="http://schemas.openxmlformats.org/officeDocument/2006/relationships" id="258" r:id="Reaffc32ea0944989"/>
    <p:sldId xmlns:r="http://schemas.openxmlformats.org/officeDocument/2006/relationships" id="259" r:id="Rce1fe846074f4d48"/>
    <p:sldId xmlns:r="http://schemas.openxmlformats.org/officeDocument/2006/relationships" id="260" r:id="R295674a1a9f84479"/>
    <p:sldId xmlns:r="http://schemas.openxmlformats.org/officeDocument/2006/relationships" id="261" r:id="Rcdd33c7a85254c51"/>
    <p:sldId xmlns:r="http://schemas.openxmlformats.org/officeDocument/2006/relationships" id="262" r:id="R657771cb0b1648f0"/>
    <p:sldId xmlns:r="http://schemas.openxmlformats.org/officeDocument/2006/relationships" id="263" r:id="Rff4c6d6550384c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a64f020b364884" /><Relationship Type="http://schemas.openxmlformats.org/officeDocument/2006/relationships/slideMaster" Target="/ppt/slideMasters/slideMaster1.xml" Id="Rba890d58f6cc4de9" /><Relationship Type="http://schemas.openxmlformats.org/officeDocument/2006/relationships/notesMaster" Target="/ppt/notesMasters/notesMaster1.xml" Id="Rc2bc27de45434de7" /><Relationship Type="http://schemas.openxmlformats.org/officeDocument/2006/relationships/presProps" Target="/ppt/presProps.xml" Id="R7a0e213d72044d25" /><Relationship Type="http://schemas.openxmlformats.org/officeDocument/2006/relationships/tableStyles" Target="/ppt/tableStyles.xml" Id="R7f2e44a3630c4055" /><Relationship Type="http://schemas.openxmlformats.org/officeDocument/2006/relationships/slide" Target="/ppt/slides/slide1.xml" Id="R89f7c86a081c4a89" /><Relationship Type="http://schemas.openxmlformats.org/officeDocument/2006/relationships/slide" Target="/ppt/slides/slide2.xml" Id="R5ee2617d9d1e423e" /><Relationship Type="http://schemas.openxmlformats.org/officeDocument/2006/relationships/slide" Target="/ppt/slides/slide3.xml" Id="Reaffc32ea0944989" /><Relationship Type="http://schemas.openxmlformats.org/officeDocument/2006/relationships/slide" Target="/ppt/slides/slide4.xml" Id="Rce1fe846074f4d48" /><Relationship Type="http://schemas.openxmlformats.org/officeDocument/2006/relationships/slide" Target="/ppt/slides/slide5.xml" Id="R295674a1a9f84479" /><Relationship Type="http://schemas.openxmlformats.org/officeDocument/2006/relationships/slide" Target="/ppt/slides/slide6.xml" Id="Rcdd33c7a85254c51" /><Relationship Type="http://schemas.openxmlformats.org/officeDocument/2006/relationships/slide" Target="/ppt/slides/slide7.xml" Id="R657771cb0b1648f0" /><Relationship Type="http://schemas.openxmlformats.org/officeDocument/2006/relationships/slide" Target="/ppt/slides/slide8.xml" Id="Rff4c6d655038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4e4721a8c947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d917b9abdd4482" /><Relationship Type="http://schemas.openxmlformats.org/officeDocument/2006/relationships/notesMaster" Target="/ppt/notesMasters/notesMaster1.xml" Id="Rf8b63557af0e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1f95f493a8411f" /><Relationship Type="http://schemas.openxmlformats.org/officeDocument/2006/relationships/notesMaster" Target="/ppt/notesMasters/notesMaster1.xml" Id="R00db1b4f288248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c70bcb5514485a" /><Relationship Type="http://schemas.openxmlformats.org/officeDocument/2006/relationships/notesMaster" Target="/ppt/notesMasters/notesMaster1.xml" Id="R32c05619b9da46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390573eec84d92" /><Relationship Type="http://schemas.openxmlformats.org/officeDocument/2006/relationships/notesMaster" Target="/ppt/notesMasters/notesMaster1.xml" Id="R8a60263ee74d45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f8f02adac845c1" /><Relationship Type="http://schemas.openxmlformats.org/officeDocument/2006/relationships/notesMaster" Target="/ppt/notesMasters/notesMaster1.xml" Id="R4ac5f8bbd57d48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1b190b0084319" /><Relationship Type="http://schemas.openxmlformats.org/officeDocument/2006/relationships/notesMaster" Target="/ppt/notesMasters/notesMaster1.xml" Id="R5f03b4ee554f4f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7f65c658474d0b" /><Relationship Type="http://schemas.openxmlformats.org/officeDocument/2006/relationships/notesMaster" Target="/ppt/notesMasters/notesMaster1.xml" Id="Rf84c1bb1aceb48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e1d0b12d4c475e" /><Relationship Type="http://schemas.openxmlformats.org/officeDocument/2006/relationships/notesMaster" Target="/ppt/notesMasters/notesMaster1.xml" Id="R2dfdce3cc89b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SubTerra — студенческий проект с перспективой промышленного применения. Мы создаём программную среду для исследования пространства по данным сканирования. Сегодня показываем действующий прототип: он работает с файлами реальных сканов и с симуляцией. Прямое подключение аппаратного LiDAR — следующий этап. Изображение на обложке — визуальный концепт, предоставленный автором проекта, не скриншот готовой промышленной системы. Источник: пользовательское описание проекта; README.md; файл референса codex-clipboard-57026545-9e77-4b03-8054-22f4f1e0c89f.png.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Главная идея — сохранить пространственную информацию так, чтобы к объекту можно было возвращаться в цифровом виде. Пользователь осматривает сцену, делает измерения, добавляет метки и сохраняет результаты. В перспективе такой подход может быть полезен там, где повторный доступ к объекту сложен или занимает время. Экономия времени и снижение рисков — направления ожидаемой пользы, а не уже измеренные результаты проекта. Источники: исходное описание проекта пользователем; README.md; docs/user-guide.md.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текущей версии доступны импорт цветных облаков и готовых сеток PLY, текстовых облаков ASC / XYZ / TXT; 3D-осмотр, измерения, метки, совмещение нескольких сканов и сохранение проектов. По найденным поверхностям можно строить выпуклые планы комнат и редактировать их оператором. Есть гостевой режим и инструменты администратора. Справа — интерфейс программы на тестовом помещении 6 × 5 × 3 м; это не измерение реальной аудитории. Источники: README.md; docs/user-guide.md; artifacts/ai-ui-final/workspace-plan-1440.png — рендер настоящих элементов интерфейса на тестовом наборе.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проверки мы взяли скан аудитории, сделанный на iPhone через Scaniverse. В исходном PLY — 569857 цветных точек без готовых треугольников. SubTerra сохраняет исходные XYZ и RGB и строит отдельную производную поверхность. Последняя реконструкция содержит 297288 треугольников. Справа — RGB-ракурс исходного скана, построенный локально без захвата экрана. Это демонстрация обработки файла; физические контрольные размеры и геодезическая точность не заявляются. Источники: docs/implementation-plan.md; artifacts/people-scan-v1/people-view-02.png; локальный диагностический прогон Scaniverse 2026-10-29 132746.ply.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Программа находит плоские участки, выравнивает пол и почти вертикальные стены и формирует сетку. При устойчивом замкнутом контуре возможна достройка крупных пропусков под мебелью. Измеренные точки остаются отдельно; достройку можно подсветить или отключить. Оконные вставки являются условным оформлением подходящих проёмов, а не восстановленной фотографией. Иллюстрация показывает один из этапов реконструкции пола этого скана; численные результаты последней версии приводятся на предыдущем слайде. Источники: Rendering/RoomReconstructionBuilder.cs; Rendering/RoomReconstructionBuilder.Shell.cs; artifacts/reconstruction/floor-comparison.png.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людей подключена отдельная предобученная YOLOX-Nano COCO через ONNX Runtime. Она анализирует RGB-проекции исходного облака, без отправки скана в облако. Мы получили 15 кандидатов в восьми ракурсах примерно за 4 секунды одним CPU-прогоном с импортом и анализом. Это не 15 уникальных людей: один человек может появиться в нескольких кадрах. Рамки можно подтвердить или отклонить; приблизительная 3D-привязка не является точной сегментацией тела. Точность на размеченном наборе ещё не измерена. Источники: Services/OnnxPersonDetector.cs; Services/PersonScanAnalyzer.cs; artifacts/people-scan-v1/people.json; официальный YOLOX ONNX demo https://github.com/Megvii-BaseDetection/YOLOX/tree/main/demo/ONNXRuntime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направления, для которых развивается проект, а не перечень уже внедрённых промышленных решений. Самый близкий сценарий — цифровая модель помещения или корпуса колледжа. Далее возможны документирование технических помещений и обследование труднодоступных пространств. Для промышленного применения потребуются аппаратная интеграция, испытания, проверка точности и работа с большими объёмами данных. Источники: исходный концепт пользователя; README.md; docs/implementation-plan.md.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Сегодня у нас работающий программный прототип, показанный на реальном скане аудитории. Ближайшие задачи — несколько связанных помещений и этажей, фототекстуры, более удобная проверка результатов и расширение классов объектов. Прямой адаптер реального LiDAR и промышленное масштабирование — будущая работа. Мы хотим развивать единое рабочее пространство для цифрового исследования объектов, сохраняя связь результатов с исходными измерениями. Источники: README.md; docs/implementation-plan.md; описание проекта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02e662a4246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5109cd29e4c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0a2730cfd44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43ede64c343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0841842bb45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46291c58b4f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80B9F4-407D-45D9-9FBB-58B3EC054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934753-22E8-4E6D-A06E-E0AA108EE8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727FE3-9182-4657-8246-2C788248AF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4776CA-5FBC-43DE-930A-4A8CCBF49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013243-2CFC-486D-A35C-1288A3D786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86847D-E680-4C55-AFC0-72549FE61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4EA216-D2B3-49B5-8DA0-21AA7C8AC8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079FB6-FDE0-40E3-A3CC-4D947B3AEF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1EB4D3-82BF-46DA-B182-5A402BB5E1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18536B-0D36-4F73-85A9-E45DCB1D70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d9a326c4e24696" /><Relationship Type="http://schemas.openxmlformats.org/officeDocument/2006/relationships/slideLayout" Target="/ppt/slideLayouts/slideLayout1.xml" Id="Ra73c0dfc51d64469" /><Relationship Type="http://schemas.openxmlformats.org/officeDocument/2006/relationships/slideLayout" Target="/ppt/slideLayouts/slideLayout2.xml" Id="R4410649cafc44baf" /><Relationship Type="http://schemas.openxmlformats.org/officeDocument/2006/relationships/slideLayout" Target="/ppt/slideLayouts/slideLayout3.xml" Id="R7bcd88fc34a648fe" /><Relationship Type="http://schemas.openxmlformats.org/officeDocument/2006/relationships/slideLayout" Target="/ppt/slideLayouts/slideLayout4.xml" Id="R4ff350062cfc4569" /><Relationship Type="http://schemas.openxmlformats.org/officeDocument/2006/relationships/slideLayout" Target="/ppt/slideLayouts/slideLayout5.xml" Id="Rfe6b92713c184369" /><Relationship Type="http://schemas.openxmlformats.org/officeDocument/2006/relationships/slideLayout" Target="/ppt/slideLayouts/slideLayout6.xml" Id="R6808491b2ba34e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c0dfc51d64469"/>
    <p:sldLayoutId xmlns:r="http://schemas.openxmlformats.org/officeDocument/2006/relationships" id="2147483650" r:id="R4410649cafc44baf"/>
    <p:sldLayoutId xmlns:r="http://schemas.openxmlformats.org/officeDocument/2006/relationships" id="2147483651" r:id="R7bcd88fc34a648fe"/>
    <p:sldLayoutId xmlns:r="http://schemas.openxmlformats.org/officeDocument/2006/relationships" id="2147483652" r:id="R4ff350062cfc4569"/>
    <p:sldLayoutId xmlns:r="http://schemas.openxmlformats.org/officeDocument/2006/relationships" id="2147483653" r:id="Rfe6b92713c184369"/>
    <p:sldLayoutId xmlns:r="http://schemas.openxmlformats.org/officeDocument/2006/relationships" id="2147483654" r:id="R6808491b2ba34e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5611e486c45d0" /><Relationship Type="http://schemas.openxmlformats.org/officeDocument/2006/relationships/image" Target="/ppt/media/image.png" Id="R740756500412451b" /><Relationship Type="http://schemas.openxmlformats.org/officeDocument/2006/relationships/notesSlide" Target="/ppt/notesSlides/notesSlide1.xml" Id="Rfbf4cae437db45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afaccacaa456c" /><Relationship Type="http://schemas.openxmlformats.org/officeDocument/2006/relationships/notesSlide" Target="/ppt/notesSlides/notesSlide2.xml" Id="Rd28ca71857494d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547e463d74332" /><Relationship Type="http://schemas.openxmlformats.org/officeDocument/2006/relationships/image" Target="/ppt/media/image2.png" Id="R5b48114313bf4abd" /><Relationship Type="http://schemas.openxmlformats.org/officeDocument/2006/relationships/notesSlide" Target="/ppt/notesSlides/notesSlide3.xml" Id="R375ccc1b6a1d40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92180ae1814bf8" /><Relationship Type="http://schemas.openxmlformats.org/officeDocument/2006/relationships/image" Target="/ppt/media/image3.png" Id="Re3e8798b729141f1" /><Relationship Type="http://schemas.openxmlformats.org/officeDocument/2006/relationships/notesSlide" Target="/ppt/notesSlides/notesSlide4.xml" Id="Rde557391ea234a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edc7f2f6b547fd" /><Relationship Type="http://schemas.openxmlformats.org/officeDocument/2006/relationships/image" Target="/ppt/media/image4.png" Id="R56333670d0884593" /><Relationship Type="http://schemas.openxmlformats.org/officeDocument/2006/relationships/notesSlide" Target="/ppt/notesSlides/notesSlide5.xml" Id="R2e49848de971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261ad5b2346a9" /><Relationship Type="http://schemas.openxmlformats.org/officeDocument/2006/relationships/image" Target="/ppt/media/image5.png" Id="R8039487b46b34846" /><Relationship Type="http://schemas.openxmlformats.org/officeDocument/2006/relationships/notesSlide" Target="/ppt/notesSlides/notesSlide6.xml" Id="Rdd9cd7cbd6c14c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32d136344403e" /><Relationship Type="http://schemas.openxmlformats.org/officeDocument/2006/relationships/notesSlide" Target="/ppt/notesSlides/notesSlide7.xml" Id="R9f1611e75b2347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4c4c9cfcd47da" /><Relationship Type="http://schemas.openxmlformats.org/officeDocument/2006/relationships/notesSlide" Target="/ppt/notesSlides/notesSlide8.xml" Id="Rb6169621f1264d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54C0D-55BE-4D89-B02A-D1C1FBDF6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756500412451b"/>
          <a:srcRect xmlns:a="http://schemas.openxmlformats.org/drawingml/2006/main" l="19531" t="0" r="195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4C666-8F66-42BC-8124-4A846387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150" b="1">
                <a:solidFill>
                  <a:srgbClr val="A1E3C5"/>
                </a:solidFill>
              </a:defRPr>
            </a:defPPr>
            <a:lvl1pPr algn="l">
              <a:defRPr sz="6150" b="1">
                <a:solidFill>
                  <a:srgbClr val="A1E3C5"/>
                </a:solidFill>
              </a:defRPr>
            </a:lvl1pPr>
            <a:lvl2pPr algn="l">
              <a:defRPr sz="6150" b="1">
                <a:solidFill>
                  <a:srgbClr val="A1E3C5"/>
                </a:solidFill>
              </a:defRPr>
            </a:lvl2pPr>
            <a:lvl3pPr algn="l">
              <a:defRPr sz="6150" b="1">
                <a:solidFill>
                  <a:srgbClr val="A1E3C5"/>
                </a:solidFill>
              </a:defRPr>
            </a:lvl3pPr>
            <a:lvl4pPr algn="l">
              <a:defRPr sz="6150" b="1">
                <a:solidFill>
                  <a:srgbClr val="A1E3C5"/>
                </a:solidFill>
              </a:defRPr>
            </a:lvl4pPr>
            <a:lvl5pPr algn="l">
              <a:defRPr sz="6150" b="1">
                <a:solidFill>
                  <a:srgbClr val="A1E3C5"/>
                </a:solidFill>
              </a:defRPr>
            </a:lvl5pPr>
            <a:lvl6pPr algn="l">
              <a:defRPr sz="6150" b="1">
                <a:solidFill>
                  <a:srgbClr val="A1E3C5"/>
                </a:solidFill>
              </a:defRPr>
            </a:lvl6pPr>
            <a:lvl7pPr algn="l">
              <a:defRPr sz="6150" b="1">
                <a:solidFill>
                  <a:srgbClr val="A1E3C5"/>
                </a:solidFill>
              </a:defRPr>
            </a:lvl7pPr>
            <a:lvl8pPr algn="l">
              <a:defRPr sz="6150" b="1">
                <a:solidFill>
                  <a:srgbClr val="A1E3C5"/>
                </a:solidFill>
              </a:defRPr>
            </a:lvl8pPr>
            <a:lvl9pPr algn="l">
              <a:defRPr sz="615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A1E3C5"/>
                </a:solidFill>
              </a:defRPr>
            </a:pPr>
            <a:r>
              <a:rPr sz="61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SubTerra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4F1F5-5B0E-48D5-96BD-AC153E75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381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1">
                <a:solidFill>
                  <a:srgbClr val="E6EEF5"/>
                </a:solidFill>
              </a:defRPr>
            </a:defPPr>
            <a:lvl1pPr algn="l">
              <a:defRPr sz="3375" b="1">
                <a:solidFill>
                  <a:srgbClr val="E6EEF5"/>
                </a:solidFill>
              </a:defRPr>
            </a:lvl1pPr>
            <a:lvl2pPr algn="l">
              <a:defRPr sz="3375" b="1">
                <a:solidFill>
                  <a:srgbClr val="E6EEF5"/>
                </a:solidFill>
              </a:defRPr>
            </a:lvl2pPr>
            <a:lvl3pPr algn="l">
              <a:defRPr sz="3375" b="1">
                <a:solidFill>
                  <a:srgbClr val="E6EEF5"/>
                </a:solidFill>
              </a:defRPr>
            </a:lvl3pPr>
            <a:lvl4pPr algn="l">
              <a:defRPr sz="3375" b="1">
                <a:solidFill>
                  <a:srgbClr val="E6EEF5"/>
                </a:solidFill>
              </a:defRPr>
            </a:lvl4pPr>
            <a:lvl5pPr algn="l">
              <a:defRPr sz="3375" b="1">
                <a:solidFill>
                  <a:srgbClr val="E6EEF5"/>
                </a:solidFill>
              </a:defRPr>
            </a:lvl5pPr>
            <a:lvl6pPr algn="l">
              <a:defRPr sz="3375" b="1">
                <a:solidFill>
                  <a:srgbClr val="E6EEF5"/>
                </a:solidFill>
              </a:defRPr>
            </a:lvl6pPr>
            <a:lvl7pPr algn="l">
              <a:defRPr sz="3375" b="1">
                <a:solidFill>
                  <a:srgbClr val="E6EEF5"/>
                </a:solidFill>
              </a:defRPr>
            </a:lvl7pPr>
            <a:lvl8pPr algn="l">
              <a:defRPr sz="3375" b="1">
                <a:solidFill>
                  <a:srgbClr val="E6EEF5"/>
                </a:solidFill>
              </a:defRPr>
            </a:lvl8pPr>
            <a:lvl9pPr algn="l">
              <a:defRPr sz="3375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E6EEF5"/>
                </a:solidFill>
              </a:defRPr>
            </a:pPr>
            <a:r>
              <a:rPr sz="3375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Цифровая модель</a:t>
            </a:r>
            <a:br>
              <a:rPr sz="3375" b="1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3375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пространства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6DFAD-0D35-4E6B-BBCF-2161C324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423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ACC0CF"/>
                </a:solidFill>
              </a:defRPr>
            </a:defPPr>
            <a:lvl1pPr algn="l">
              <a:defRPr sz="2100" b="0">
                <a:solidFill>
                  <a:srgbClr val="ACC0CF"/>
                </a:solidFill>
              </a:defRPr>
            </a:lvl1pPr>
            <a:lvl2pPr algn="l">
              <a:defRPr sz="2100" b="0">
                <a:solidFill>
                  <a:srgbClr val="ACC0CF"/>
                </a:solidFill>
              </a:defRPr>
            </a:lvl2pPr>
            <a:lvl3pPr algn="l">
              <a:defRPr sz="2100" b="0">
                <a:solidFill>
                  <a:srgbClr val="ACC0CF"/>
                </a:solidFill>
              </a:defRPr>
            </a:lvl3pPr>
            <a:lvl4pPr algn="l">
              <a:defRPr sz="2100" b="0">
                <a:solidFill>
                  <a:srgbClr val="ACC0CF"/>
                </a:solidFill>
              </a:defRPr>
            </a:lvl4pPr>
            <a:lvl5pPr algn="l">
              <a:defRPr sz="2100" b="0">
                <a:solidFill>
                  <a:srgbClr val="ACC0CF"/>
                </a:solidFill>
              </a:defRPr>
            </a:lvl5pPr>
            <a:lvl6pPr algn="l">
              <a:defRPr sz="2100" b="0">
                <a:solidFill>
                  <a:srgbClr val="ACC0CF"/>
                </a:solidFill>
              </a:defRPr>
            </a:lvl6pPr>
            <a:lvl7pPr algn="l">
              <a:defRPr sz="2100" b="0">
                <a:solidFill>
                  <a:srgbClr val="ACC0CF"/>
                </a:solidFill>
              </a:defRPr>
            </a:lvl7pPr>
            <a:lvl8pPr algn="l">
              <a:defRPr sz="2100" b="0">
                <a:solidFill>
                  <a:srgbClr val="ACC0CF"/>
                </a:solidFill>
              </a:defRPr>
            </a:lvl8pPr>
            <a:lvl9pPr algn="l">
              <a:defRPr sz="21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C0CF"/>
                </a:solidFill>
              </a:defRPr>
            </a:pPr>
            <a:r>
              <a:rPr sz="21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Исследование помещений</a:t>
            </a:r>
            <a:br>
              <a:rPr sz="2100" b="0">
                <a:solidFill>
                  <a:srgbClr val="ACC0CF"/>
                </a:solidFill>
                <a:latin typeface="Arial"/>
                <a:ea typeface="Arial"/>
                <a:cs typeface="Arial"/>
              </a:rPr>
            </a:br>
            <a:r>
              <a:rPr sz="21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и подземных объектов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96058-3688-4763-99F5-F7858DA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E6EEF5"/>
                </a:solidFill>
              </a:defRPr>
            </a:defPPr>
            <a:lvl1pPr algn="l">
              <a:defRPr sz="1575" b="0">
                <a:solidFill>
                  <a:srgbClr val="E6EEF5"/>
                </a:solidFill>
              </a:defRPr>
            </a:lvl1pPr>
            <a:lvl2pPr algn="l">
              <a:defRPr sz="1575" b="0">
                <a:solidFill>
                  <a:srgbClr val="E6EEF5"/>
                </a:solidFill>
              </a:defRPr>
            </a:lvl2pPr>
            <a:lvl3pPr algn="l">
              <a:defRPr sz="1575" b="0">
                <a:solidFill>
                  <a:srgbClr val="E6EEF5"/>
                </a:solidFill>
              </a:defRPr>
            </a:lvl3pPr>
            <a:lvl4pPr algn="l">
              <a:defRPr sz="1575" b="0">
                <a:solidFill>
                  <a:srgbClr val="E6EEF5"/>
                </a:solidFill>
              </a:defRPr>
            </a:lvl4pPr>
            <a:lvl5pPr algn="l">
              <a:defRPr sz="1575" b="0">
                <a:solidFill>
                  <a:srgbClr val="E6EEF5"/>
                </a:solidFill>
              </a:defRPr>
            </a:lvl5pPr>
            <a:lvl6pPr algn="l">
              <a:defRPr sz="1575" b="0">
                <a:solidFill>
                  <a:srgbClr val="E6EEF5"/>
                </a:solidFill>
              </a:defRPr>
            </a:lvl6pPr>
            <a:lvl7pPr algn="l">
              <a:defRPr sz="1575" b="0">
                <a:solidFill>
                  <a:srgbClr val="E6EEF5"/>
                </a:solidFill>
              </a:defRPr>
            </a:lvl7pPr>
            <a:lvl8pPr algn="l">
              <a:defRPr sz="1575" b="0">
                <a:solidFill>
                  <a:srgbClr val="E6EEF5"/>
                </a:solidFill>
              </a:defRPr>
            </a:lvl8pPr>
            <a:lvl9pPr algn="l">
              <a:defRPr sz="1575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E6EEF5"/>
                </a:solidFill>
              </a:defRPr>
            </a:pPr>
            <a:r>
              <a:rPr sz="15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Действующий программный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E8898-59BB-4ECF-B8D2-8CF1363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865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Визуальный концепт</a:t>
            </a:r>
          </a:p>
        </p:txBody>
      </p:sp>
    </p:spTree>
    <p:extLst>
      <p:ext uri="{BB962C8B-B14F-4D97-AF65-F5344CB8AC3E}">
        <p14:creationId xmlns:p14="http://schemas.microsoft.com/office/powerpoint/2010/main" val="1942863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F1A89-C094-4B41-935E-23A9D62F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E6EEF5"/>
                </a:solidFill>
              </a:defRPr>
            </a:defPPr>
            <a:lvl1pPr algn="l">
              <a:defRPr sz="3300" b="1">
                <a:solidFill>
                  <a:srgbClr val="E6EEF5"/>
                </a:solidFill>
              </a:defRPr>
            </a:lvl1pPr>
            <a:lvl2pPr algn="l">
              <a:defRPr sz="3300" b="1">
                <a:solidFill>
                  <a:srgbClr val="E6EEF5"/>
                </a:solidFill>
              </a:defRPr>
            </a:lvl2pPr>
            <a:lvl3pPr algn="l">
              <a:defRPr sz="3300" b="1">
                <a:solidFill>
                  <a:srgbClr val="E6EEF5"/>
                </a:solidFill>
              </a:defRPr>
            </a:lvl3pPr>
            <a:lvl4pPr algn="l">
              <a:defRPr sz="3300" b="1">
                <a:solidFill>
                  <a:srgbClr val="E6EEF5"/>
                </a:solidFill>
              </a:defRPr>
            </a:lvl4pPr>
            <a:lvl5pPr algn="l">
              <a:defRPr sz="3300" b="1">
                <a:solidFill>
                  <a:srgbClr val="E6EEF5"/>
                </a:solidFill>
              </a:defRPr>
            </a:lvl5pPr>
            <a:lvl6pPr algn="l">
              <a:defRPr sz="3300" b="1">
                <a:solidFill>
                  <a:srgbClr val="E6EEF5"/>
                </a:solidFill>
              </a:defRPr>
            </a:lvl6pPr>
            <a:lvl7pPr algn="l">
              <a:defRPr sz="3300" b="1">
                <a:solidFill>
                  <a:srgbClr val="E6EEF5"/>
                </a:solidFill>
              </a:defRPr>
            </a:lvl7pPr>
            <a:lvl8pPr algn="l">
              <a:defRPr sz="3300" b="1">
                <a:solidFill>
                  <a:srgbClr val="E6EEF5"/>
                </a:solidFill>
              </a:defRPr>
            </a:lvl8pPr>
            <a:lvl9pPr algn="l">
              <a:defRPr sz="3300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6EEF5"/>
                </a:solidFill>
              </a:defRPr>
            </a:pPr>
            <a:r>
              <a:rPr sz="3300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Зачем нужна SubTerra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82D37-A380-4968-B9F1-BA13D2BA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SUBTERRA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78507-8F4B-44F0-9745-F59C726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96CB3-96FD-4948-9507-B4521C54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477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A1E3C5"/>
                </a:solidFill>
              </a:defRPr>
            </a:defPPr>
            <a:lvl1pPr algn="l">
              <a:defRPr sz="4050" b="1">
                <a:solidFill>
                  <a:srgbClr val="A1E3C5"/>
                </a:solidFill>
              </a:defRPr>
            </a:lvl1pPr>
            <a:lvl2pPr algn="l">
              <a:defRPr sz="4050" b="1">
                <a:solidFill>
                  <a:srgbClr val="A1E3C5"/>
                </a:solidFill>
              </a:defRPr>
            </a:lvl2pPr>
            <a:lvl3pPr algn="l">
              <a:defRPr sz="4050" b="1">
                <a:solidFill>
                  <a:srgbClr val="A1E3C5"/>
                </a:solidFill>
              </a:defRPr>
            </a:lvl3pPr>
            <a:lvl4pPr algn="l">
              <a:defRPr sz="4050" b="1">
                <a:solidFill>
                  <a:srgbClr val="A1E3C5"/>
                </a:solidFill>
              </a:defRPr>
            </a:lvl4pPr>
            <a:lvl5pPr algn="l">
              <a:defRPr sz="4050" b="1">
                <a:solidFill>
                  <a:srgbClr val="A1E3C5"/>
                </a:solidFill>
              </a:defRPr>
            </a:lvl5pPr>
            <a:lvl6pPr algn="l">
              <a:defRPr sz="4050" b="1">
                <a:solidFill>
                  <a:srgbClr val="A1E3C5"/>
                </a:solidFill>
              </a:defRPr>
            </a:lvl6pPr>
            <a:lvl7pPr algn="l">
              <a:defRPr sz="4050" b="1">
                <a:solidFill>
                  <a:srgbClr val="A1E3C5"/>
                </a:solidFill>
              </a:defRPr>
            </a:lvl7pPr>
            <a:lvl8pPr algn="l">
              <a:defRPr sz="4050" b="1">
                <a:solidFill>
                  <a:srgbClr val="A1E3C5"/>
                </a:solidFill>
              </a:defRPr>
            </a:lvl8pPr>
            <a:lvl9pPr algn="l">
              <a:defRPr sz="405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A1E3C5"/>
                </a:solidFill>
              </a:defRPr>
            </a:pPr>
            <a:r>
              <a:rPr sz="40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Один скан — многократный</a:t>
            </a:r>
            <a:br>
              <a:rPr sz="4050" b="1">
                <a:solidFill>
                  <a:srgbClr val="A1E3C5"/>
                </a:solidFill>
                <a:latin typeface="Arial"/>
                <a:ea typeface="Arial"/>
                <a:cs typeface="Arial"/>
              </a:rPr>
            </a:br>
            <a:r>
              <a:rPr sz="40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осмотр цифровой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62F3E-E1EA-44E7-8E2F-F67AC1C9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E6EEF5"/>
                </a:solidFill>
              </a:defRPr>
            </a:defPPr>
            <a:lvl1pPr algn="l">
              <a:defRPr sz="2325" b="0">
                <a:solidFill>
                  <a:srgbClr val="E6EEF5"/>
                </a:solidFill>
              </a:defRPr>
            </a:lvl1pPr>
            <a:lvl2pPr algn="l">
              <a:defRPr sz="2325" b="0">
                <a:solidFill>
                  <a:srgbClr val="E6EEF5"/>
                </a:solidFill>
              </a:defRPr>
            </a:lvl2pPr>
            <a:lvl3pPr algn="l">
              <a:defRPr sz="2325" b="0">
                <a:solidFill>
                  <a:srgbClr val="E6EEF5"/>
                </a:solidFill>
              </a:defRPr>
            </a:lvl3pPr>
            <a:lvl4pPr algn="l">
              <a:defRPr sz="2325" b="0">
                <a:solidFill>
                  <a:srgbClr val="E6EEF5"/>
                </a:solidFill>
              </a:defRPr>
            </a:lvl4pPr>
            <a:lvl5pPr algn="l">
              <a:defRPr sz="2325" b="0">
                <a:solidFill>
                  <a:srgbClr val="E6EEF5"/>
                </a:solidFill>
              </a:defRPr>
            </a:lvl5pPr>
            <a:lvl6pPr algn="l">
              <a:defRPr sz="2325" b="0">
                <a:solidFill>
                  <a:srgbClr val="E6EEF5"/>
                </a:solidFill>
              </a:defRPr>
            </a:lvl6pPr>
            <a:lvl7pPr algn="l">
              <a:defRPr sz="2325" b="0">
                <a:solidFill>
                  <a:srgbClr val="E6EEF5"/>
                </a:solidFill>
              </a:defRPr>
            </a:lvl7pPr>
            <a:lvl8pPr algn="l">
              <a:defRPr sz="2325" b="0">
                <a:solidFill>
                  <a:srgbClr val="E6EEF5"/>
                </a:solidFill>
              </a:defRPr>
            </a:lvl8pPr>
            <a:lvl9pPr algn="l">
              <a:defRPr sz="2325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E6EEF5"/>
                </a:solidFill>
              </a:defRPr>
            </a:pPr>
            <a:r>
              <a:rPr sz="232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Изучать геометрию объекта, измерять расстояния</a:t>
            </a:r>
            <a:br>
              <a:rPr sz="232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32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 сохранять наблюдения в одном проекте.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4EB31-6914-4552-AE14-969191A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C0CF"/>
                </a:solidFill>
              </a:defRPr>
            </a:defPPr>
            <a:lvl1pPr algn="l">
              <a:defRPr sz="2025" b="0">
                <a:solidFill>
                  <a:srgbClr val="ACC0CF"/>
                </a:solidFill>
              </a:defRPr>
            </a:lvl1pPr>
            <a:lvl2pPr algn="l">
              <a:defRPr sz="2025" b="0">
                <a:solidFill>
                  <a:srgbClr val="ACC0CF"/>
                </a:solidFill>
              </a:defRPr>
            </a:lvl2pPr>
            <a:lvl3pPr algn="l">
              <a:defRPr sz="2025" b="0">
                <a:solidFill>
                  <a:srgbClr val="ACC0CF"/>
                </a:solidFill>
              </a:defRPr>
            </a:lvl3pPr>
            <a:lvl4pPr algn="l">
              <a:defRPr sz="2025" b="0">
                <a:solidFill>
                  <a:srgbClr val="ACC0CF"/>
                </a:solidFill>
              </a:defRPr>
            </a:lvl4pPr>
            <a:lvl5pPr algn="l">
              <a:defRPr sz="2025" b="0">
                <a:solidFill>
                  <a:srgbClr val="ACC0CF"/>
                </a:solidFill>
              </a:defRPr>
            </a:lvl5pPr>
            <a:lvl6pPr algn="l">
              <a:defRPr sz="2025" b="0">
                <a:solidFill>
                  <a:srgbClr val="ACC0CF"/>
                </a:solidFill>
              </a:defRPr>
            </a:lvl6pPr>
            <a:lvl7pPr algn="l">
              <a:defRPr sz="2025" b="0">
                <a:solidFill>
                  <a:srgbClr val="ACC0CF"/>
                </a:solidFill>
              </a:defRPr>
            </a:lvl7pPr>
            <a:lvl8pPr algn="l">
              <a:defRPr sz="2025" b="0">
                <a:solidFill>
                  <a:srgbClr val="ACC0CF"/>
                </a:solidFill>
              </a:defRPr>
            </a:lvl8pPr>
            <a:lvl9pPr algn="l">
              <a:defRPr sz="2025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C0CF"/>
                </a:solidFill>
              </a:defRPr>
            </a:pPr>
            <a:r>
              <a:rPr sz="2025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Помещения колледжа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A1079-6209-4992-BD6C-57BC2FF7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244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C0CF"/>
                </a:solidFill>
              </a:defRPr>
            </a:defPPr>
            <a:lvl1pPr algn="l">
              <a:defRPr sz="2025" b="0">
                <a:solidFill>
                  <a:srgbClr val="ACC0CF"/>
                </a:solidFill>
              </a:defRPr>
            </a:lvl1pPr>
            <a:lvl2pPr algn="l">
              <a:defRPr sz="2025" b="0">
                <a:solidFill>
                  <a:srgbClr val="ACC0CF"/>
                </a:solidFill>
              </a:defRPr>
            </a:lvl2pPr>
            <a:lvl3pPr algn="l">
              <a:defRPr sz="2025" b="0">
                <a:solidFill>
                  <a:srgbClr val="ACC0CF"/>
                </a:solidFill>
              </a:defRPr>
            </a:lvl3pPr>
            <a:lvl4pPr algn="l">
              <a:defRPr sz="2025" b="0">
                <a:solidFill>
                  <a:srgbClr val="ACC0CF"/>
                </a:solidFill>
              </a:defRPr>
            </a:lvl4pPr>
            <a:lvl5pPr algn="l">
              <a:defRPr sz="2025" b="0">
                <a:solidFill>
                  <a:srgbClr val="ACC0CF"/>
                </a:solidFill>
              </a:defRPr>
            </a:lvl5pPr>
            <a:lvl6pPr algn="l">
              <a:defRPr sz="2025" b="0">
                <a:solidFill>
                  <a:srgbClr val="ACC0CF"/>
                </a:solidFill>
              </a:defRPr>
            </a:lvl6pPr>
            <a:lvl7pPr algn="l">
              <a:defRPr sz="2025" b="0">
                <a:solidFill>
                  <a:srgbClr val="ACC0CF"/>
                </a:solidFill>
              </a:defRPr>
            </a:lvl7pPr>
            <a:lvl8pPr algn="l">
              <a:defRPr sz="2025" b="0">
                <a:solidFill>
                  <a:srgbClr val="ACC0CF"/>
                </a:solidFill>
              </a:defRPr>
            </a:lvl8pPr>
            <a:lvl9pPr algn="l">
              <a:defRPr sz="2025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C0CF"/>
                </a:solidFill>
              </a:defRPr>
            </a:pPr>
            <a:r>
              <a:rPr sz="2025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Технические объекты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AB503-867B-411A-8A8C-555BC283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244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C0CF"/>
                </a:solidFill>
              </a:defRPr>
            </a:defPPr>
            <a:lvl1pPr algn="l">
              <a:defRPr sz="2025" b="0">
                <a:solidFill>
                  <a:srgbClr val="ACC0CF"/>
                </a:solidFill>
              </a:defRPr>
            </a:lvl1pPr>
            <a:lvl2pPr algn="l">
              <a:defRPr sz="2025" b="0">
                <a:solidFill>
                  <a:srgbClr val="ACC0CF"/>
                </a:solidFill>
              </a:defRPr>
            </a:lvl2pPr>
            <a:lvl3pPr algn="l">
              <a:defRPr sz="2025" b="0">
                <a:solidFill>
                  <a:srgbClr val="ACC0CF"/>
                </a:solidFill>
              </a:defRPr>
            </a:lvl3pPr>
            <a:lvl4pPr algn="l">
              <a:defRPr sz="2025" b="0">
                <a:solidFill>
                  <a:srgbClr val="ACC0CF"/>
                </a:solidFill>
              </a:defRPr>
            </a:lvl4pPr>
            <a:lvl5pPr algn="l">
              <a:defRPr sz="2025" b="0">
                <a:solidFill>
                  <a:srgbClr val="ACC0CF"/>
                </a:solidFill>
              </a:defRPr>
            </a:lvl5pPr>
            <a:lvl6pPr algn="l">
              <a:defRPr sz="2025" b="0">
                <a:solidFill>
                  <a:srgbClr val="ACC0CF"/>
                </a:solidFill>
              </a:defRPr>
            </a:lvl6pPr>
            <a:lvl7pPr algn="l">
              <a:defRPr sz="2025" b="0">
                <a:solidFill>
                  <a:srgbClr val="ACC0CF"/>
                </a:solidFill>
              </a:defRPr>
            </a:lvl7pPr>
            <a:lvl8pPr algn="l">
              <a:defRPr sz="2025" b="0">
                <a:solidFill>
                  <a:srgbClr val="ACC0CF"/>
                </a:solidFill>
              </a:defRPr>
            </a:lvl8pPr>
            <a:lvl9pPr algn="l">
              <a:defRPr sz="2025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C0CF"/>
                </a:solidFill>
              </a:defRPr>
            </a:pPr>
            <a:r>
              <a:rPr sz="2025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Пещеры и тоннели</a:t>
            </a:r>
          </a:p>
        </p:txBody>
      </p:sp>
    </p:spTree>
    <p:extLst>
      <p:ext uri="{BB962C8B-B14F-4D97-AF65-F5344CB8AC3E}">
        <p14:creationId xmlns:p14="http://schemas.microsoft.com/office/powerpoint/2010/main" val="1323777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08E65-5A1F-4F47-94C1-7F6EEBF3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E6EEF5"/>
                </a:solidFill>
              </a:defRPr>
            </a:defPPr>
            <a:lvl1pPr algn="l">
              <a:defRPr sz="3300" b="1">
                <a:solidFill>
                  <a:srgbClr val="E6EEF5"/>
                </a:solidFill>
              </a:defRPr>
            </a:lvl1pPr>
            <a:lvl2pPr algn="l">
              <a:defRPr sz="3300" b="1">
                <a:solidFill>
                  <a:srgbClr val="E6EEF5"/>
                </a:solidFill>
              </a:defRPr>
            </a:lvl2pPr>
            <a:lvl3pPr algn="l">
              <a:defRPr sz="3300" b="1">
                <a:solidFill>
                  <a:srgbClr val="E6EEF5"/>
                </a:solidFill>
              </a:defRPr>
            </a:lvl3pPr>
            <a:lvl4pPr algn="l">
              <a:defRPr sz="3300" b="1">
                <a:solidFill>
                  <a:srgbClr val="E6EEF5"/>
                </a:solidFill>
              </a:defRPr>
            </a:lvl4pPr>
            <a:lvl5pPr algn="l">
              <a:defRPr sz="3300" b="1">
                <a:solidFill>
                  <a:srgbClr val="E6EEF5"/>
                </a:solidFill>
              </a:defRPr>
            </a:lvl5pPr>
            <a:lvl6pPr algn="l">
              <a:defRPr sz="3300" b="1">
                <a:solidFill>
                  <a:srgbClr val="E6EEF5"/>
                </a:solidFill>
              </a:defRPr>
            </a:lvl6pPr>
            <a:lvl7pPr algn="l">
              <a:defRPr sz="3300" b="1">
                <a:solidFill>
                  <a:srgbClr val="E6EEF5"/>
                </a:solidFill>
              </a:defRPr>
            </a:lvl7pPr>
            <a:lvl8pPr algn="l">
              <a:defRPr sz="3300" b="1">
                <a:solidFill>
                  <a:srgbClr val="E6EEF5"/>
                </a:solidFill>
              </a:defRPr>
            </a:lvl8pPr>
            <a:lvl9pPr algn="l">
              <a:defRPr sz="3300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6EEF5"/>
                </a:solidFill>
              </a:defRPr>
            </a:pPr>
            <a:r>
              <a:rPr sz="3300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Что уже умеет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175F0-68E6-49C9-BF03-39975F1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SUBTERRA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26CA-87AB-4784-A880-227D932F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46434-83AC-47BB-BDB4-E873FB66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A1E3C5"/>
                </a:solidFill>
              </a:defRPr>
            </a:defPPr>
            <a:lvl1pPr algn="l">
              <a:defRPr sz="2250" b="1">
                <a:solidFill>
                  <a:srgbClr val="A1E3C5"/>
                </a:solidFill>
              </a:defRPr>
            </a:lvl1pPr>
            <a:lvl2pPr algn="l">
              <a:defRPr sz="2250" b="1">
                <a:solidFill>
                  <a:srgbClr val="A1E3C5"/>
                </a:solidFill>
              </a:defRPr>
            </a:lvl2pPr>
            <a:lvl3pPr algn="l">
              <a:defRPr sz="2250" b="1">
                <a:solidFill>
                  <a:srgbClr val="A1E3C5"/>
                </a:solidFill>
              </a:defRPr>
            </a:lvl3pPr>
            <a:lvl4pPr algn="l">
              <a:defRPr sz="2250" b="1">
                <a:solidFill>
                  <a:srgbClr val="A1E3C5"/>
                </a:solidFill>
              </a:defRPr>
            </a:lvl4pPr>
            <a:lvl5pPr algn="l">
              <a:defRPr sz="2250" b="1">
                <a:solidFill>
                  <a:srgbClr val="A1E3C5"/>
                </a:solidFill>
              </a:defRPr>
            </a:lvl5pPr>
            <a:lvl6pPr algn="l">
              <a:defRPr sz="2250" b="1">
                <a:solidFill>
                  <a:srgbClr val="A1E3C5"/>
                </a:solidFill>
              </a:defRPr>
            </a:lvl6pPr>
            <a:lvl7pPr algn="l">
              <a:defRPr sz="2250" b="1">
                <a:solidFill>
                  <a:srgbClr val="A1E3C5"/>
                </a:solidFill>
              </a:defRPr>
            </a:lvl7pPr>
            <a:lvl8pPr algn="l">
              <a:defRPr sz="2250" b="1">
                <a:solidFill>
                  <a:srgbClr val="A1E3C5"/>
                </a:solidFill>
              </a:defRPr>
            </a:lvl8pPr>
            <a:lvl9pPr algn="l">
              <a:defRPr sz="225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1E3C5"/>
                </a:solidFill>
              </a:defRPr>
            </a:pPr>
            <a:r>
              <a:rPr sz="22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Импорт сканов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A4CD4-B0F4-49EA-B8DC-064632E3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C0CF"/>
                </a:solidFill>
              </a:defRPr>
            </a:defPPr>
            <a:lvl1pPr algn="l">
              <a:defRPr sz="1800" b="0">
                <a:solidFill>
                  <a:srgbClr val="ACC0CF"/>
                </a:solidFill>
              </a:defRPr>
            </a:lvl1pPr>
            <a:lvl2pPr algn="l">
              <a:defRPr sz="1800" b="0">
                <a:solidFill>
                  <a:srgbClr val="ACC0CF"/>
                </a:solidFill>
              </a:defRPr>
            </a:lvl2pPr>
            <a:lvl3pPr algn="l">
              <a:defRPr sz="1800" b="0">
                <a:solidFill>
                  <a:srgbClr val="ACC0CF"/>
                </a:solidFill>
              </a:defRPr>
            </a:lvl3pPr>
            <a:lvl4pPr algn="l">
              <a:defRPr sz="1800" b="0">
                <a:solidFill>
                  <a:srgbClr val="ACC0CF"/>
                </a:solidFill>
              </a:defRPr>
            </a:lvl4pPr>
            <a:lvl5pPr algn="l">
              <a:defRPr sz="1800" b="0">
                <a:solidFill>
                  <a:srgbClr val="ACC0CF"/>
                </a:solidFill>
              </a:defRPr>
            </a:lvl5pPr>
            <a:lvl6pPr algn="l">
              <a:defRPr sz="1800" b="0">
                <a:solidFill>
                  <a:srgbClr val="ACC0CF"/>
                </a:solidFill>
              </a:defRPr>
            </a:lvl6pPr>
            <a:lvl7pPr algn="l">
              <a:defRPr sz="1800" b="0">
                <a:solidFill>
                  <a:srgbClr val="ACC0CF"/>
                </a:solidFill>
              </a:defRPr>
            </a:lvl7pPr>
            <a:lvl8pPr algn="l">
              <a:defRPr sz="1800" b="0">
                <a:solidFill>
                  <a:srgbClr val="ACC0CF"/>
                </a:solidFill>
              </a:defRPr>
            </a:lvl8pPr>
            <a:lvl9pPr algn="l">
              <a:defRPr sz="18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C0CF"/>
                </a:solidFill>
              </a:defRPr>
            </a:pPr>
            <a:r>
              <a:rPr sz="18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Цветные точки и готовые сетки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C8671-76A4-47AD-BDDA-021247A7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A1E3C5"/>
                </a:solidFill>
              </a:defRPr>
            </a:defPPr>
            <a:lvl1pPr algn="l">
              <a:defRPr sz="2250" b="1">
                <a:solidFill>
                  <a:srgbClr val="A1E3C5"/>
                </a:solidFill>
              </a:defRPr>
            </a:lvl1pPr>
            <a:lvl2pPr algn="l">
              <a:defRPr sz="2250" b="1">
                <a:solidFill>
                  <a:srgbClr val="A1E3C5"/>
                </a:solidFill>
              </a:defRPr>
            </a:lvl2pPr>
            <a:lvl3pPr algn="l">
              <a:defRPr sz="2250" b="1">
                <a:solidFill>
                  <a:srgbClr val="A1E3C5"/>
                </a:solidFill>
              </a:defRPr>
            </a:lvl3pPr>
            <a:lvl4pPr algn="l">
              <a:defRPr sz="2250" b="1">
                <a:solidFill>
                  <a:srgbClr val="A1E3C5"/>
                </a:solidFill>
              </a:defRPr>
            </a:lvl4pPr>
            <a:lvl5pPr algn="l">
              <a:defRPr sz="2250" b="1">
                <a:solidFill>
                  <a:srgbClr val="A1E3C5"/>
                </a:solidFill>
              </a:defRPr>
            </a:lvl5pPr>
            <a:lvl6pPr algn="l">
              <a:defRPr sz="2250" b="1">
                <a:solidFill>
                  <a:srgbClr val="A1E3C5"/>
                </a:solidFill>
              </a:defRPr>
            </a:lvl6pPr>
            <a:lvl7pPr algn="l">
              <a:defRPr sz="2250" b="1">
                <a:solidFill>
                  <a:srgbClr val="A1E3C5"/>
                </a:solidFill>
              </a:defRPr>
            </a:lvl7pPr>
            <a:lvl8pPr algn="l">
              <a:defRPr sz="2250" b="1">
                <a:solidFill>
                  <a:srgbClr val="A1E3C5"/>
                </a:solidFill>
              </a:defRPr>
            </a:lvl8pPr>
            <a:lvl9pPr algn="l">
              <a:defRPr sz="225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1E3C5"/>
                </a:solidFill>
              </a:defRPr>
            </a:pPr>
            <a:r>
              <a:rPr sz="22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3D-осмотр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62F64-A8AB-4579-8C22-3DABD43B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C0CF"/>
                </a:solidFill>
              </a:defRPr>
            </a:defPPr>
            <a:lvl1pPr algn="l">
              <a:defRPr sz="1800" b="0">
                <a:solidFill>
                  <a:srgbClr val="ACC0CF"/>
                </a:solidFill>
              </a:defRPr>
            </a:lvl1pPr>
            <a:lvl2pPr algn="l">
              <a:defRPr sz="1800" b="0">
                <a:solidFill>
                  <a:srgbClr val="ACC0CF"/>
                </a:solidFill>
              </a:defRPr>
            </a:lvl2pPr>
            <a:lvl3pPr algn="l">
              <a:defRPr sz="1800" b="0">
                <a:solidFill>
                  <a:srgbClr val="ACC0CF"/>
                </a:solidFill>
              </a:defRPr>
            </a:lvl3pPr>
            <a:lvl4pPr algn="l">
              <a:defRPr sz="1800" b="0">
                <a:solidFill>
                  <a:srgbClr val="ACC0CF"/>
                </a:solidFill>
              </a:defRPr>
            </a:lvl4pPr>
            <a:lvl5pPr algn="l">
              <a:defRPr sz="1800" b="0">
                <a:solidFill>
                  <a:srgbClr val="ACC0CF"/>
                </a:solidFill>
              </a:defRPr>
            </a:lvl5pPr>
            <a:lvl6pPr algn="l">
              <a:defRPr sz="1800" b="0">
                <a:solidFill>
                  <a:srgbClr val="ACC0CF"/>
                </a:solidFill>
              </a:defRPr>
            </a:lvl6pPr>
            <a:lvl7pPr algn="l">
              <a:defRPr sz="1800" b="0">
                <a:solidFill>
                  <a:srgbClr val="ACC0CF"/>
                </a:solidFill>
              </a:defRPr>
            </a:lvl7pPr>
            <a:lvl8pPr algn="l">
              <a:defRPr sz="1800" b="0">
                <a:solidFill>
                  <a:srgbClr val="ACC0CF"/>
                </a:solidFill>
              </a:defRPr>
            </a:lvl8pPr>
            <a:lvl9pPr algn="l">
              <a:defRPr sz="18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C0CF"/>
                </a:solidFill>
              </a:defRPr>
            </a:pPr>
            <a:r>
              <a:rPr sz="18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Полёт, измерения и метки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66C2A-5A13-4854-B4E9-09E64746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A1E3C5"/>
                </a:solidFill>
              </a:defRPr>
            </a:defPPr>
            <a:lvl1pPr algn="l">
              <a:defRPr sz="2250" b="1">
                <a:solidFill>
                  <a:srgbClr val="A1E3C5"/>
                </a:solidFill>
              </a:defRPr>
            </a:lvl1pPr>
            <a:lvl2pPr algn="l">
              <a:defRPr sz="2250" b="1">
                <a:solidFill>
                  <a:srgbClr val="A1E3C5"/>
                </a:solidFill>
              </a:defRPr>
            </a:lvl2pPr>
            <a:lvl3pPr algn="l">
              <a:defRPr sz="2250" b="1">
                <a:solidFill>
                  <a:srgbClr val="A1E3C5"/>
                </a:solidFill>
              </a:defRPr>
            </a:lvl3pPr>
            <a:lvl4pPr algn="l">
              <a:defRPr sz="2250" b="1">
                <a:solidFill>
                  <a:srgbClr val="A1E3C5"/>
                </a:solidFill>
              </a:defRPr>
            </a:lvl4pPr>
            <a:lvl5pPr algn="l">
              <a:defRPr sz="2250" b="1">
                <a:solidFill>
                  <a:srgbClr val="A1E3C5"/>
                </a:solidFill>
              </a:defRPr>
            </a:lvl5pPr>
            <a:lvl6pPr algn="l">
              <a:defRPr sz="2250" b="1">
                <a:solidFill>
                  <a:srgbClr val="A1E3C5"/>
                </a:solidFill>
              </a:defRPr>
            </a:lvl6pPr>
            <a:lvl7pPr algn="l">
              <a:defRPr sz="2250" b="1">
                <a:solidFill>
                  <a:srgbClr val="A1E3C5"/>
                </a:solidFill>
              </a:defRPr>
            </a:lvl7pPr>
            <a:lvl8pPr algn="l">
              <a:defRPr sz="2250" b="1">
                <a:solidFill>
                  <a:srgbClr val="A1E3C5"/>
                </a:solidFill>
              </a:defRPr>
            </a:lvl8pPr>
            <a:lvl9pPr algn="l">
              <a:defRPr sz="225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1E3C5"/>
                </a:solidFill>
              </a:defRPr>
            </a:pPr>
            <a:r>
              <a:rPr sz="22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Анализ геометрии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83E73-C1F2-43C6-9A1D-FED07444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C0CF"/>
                </a:solidFill>
              </a:defRPr>
            </a:defPPr>
            <a:lvl1pPr algn="l">
              <a:defRPr sz="1800" b="0">
                <a:solidFill>
                  <a:srgbClr val="ACC0CF"/>
                </a:solidFill>
              </a:defRPr>
            </a:lvl1pPr>
            <a:lvl2pPr algn="l">
              <a:defRPr sz="1800" b="0">
                <a:solidFill>
                  <a:srgbClr val="ACC0CF"/>
                </a:solidFill>
              </a:defRPr>
            </a:lvl2pPr>
            <a:lvl3pPr algn="l">
              <a:defRPr sz="1800" b="0">
                <a:solidFill>
                  <a:srgbClr val="ACC0CF"/>
                </a:solidFill>
              </a:defRPr>
            </a:lvl3pPr>
            <a:lvl4pPr algn="l">
              <a:defRPr sz="1800" b="0">
                <a:solidFill>
                  <a:srgbClr val="ACC0CF"/>
                </a:solidFill>
              </a:defRPr>
            </a:lvl4pPr>
            <a:lvl5pPr algn="l">
              <a:defRPr sz="1800" b="0">
                <a:solidFill>
                  <a:srgbClr val="ACC0CF"/>
                </a:solidFill>
              </a:defRPr>
            </a:lvl5pPr>
            <a:lvl6pPr algn="l">
              <a:defRPr sz="1800" b="0">
                <a:solidFill>
                  <a:srgbClr val="ACC0CF"/>
                </a:solidFill>
              </a:defRPr>
            </a:lvl6pPr>
            <a:lvl7pPr algn="l">
              <a:defRPr sz="1800" b="0">
                <a:solidFill>
                  <a:srgbClr val="ACC0CF"/>
                </a:solidFill>
              </a:defRPr>
            </a:lvl7pPr>
            <a:lvl8pPr algn="l">
              <a:defRPr sz="1800" b="0">
                <a:solidFill>
                  <a:srgbClr val="ACC0CF"/>
                </a:solidFill>
              </a:defRPr>
            </a:lvl8pPr>
            <a:lvl9pPr algn="l">
              <a:defRPr sz="18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C0CF"/>
                </a:solidFill>
              </a:defRPr>
            </a:pPr>
            <a:r>
              <a:rPr sz="18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Поверхности и планы комнат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CE1E5-88EF-4A91-B8A3-65E21FC6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A1E3C5"/>
                </a:solidFill>
              </a:defRPr>
            </a:defPPr>
            <a:lvl1pPr algn="l">
              <a:defRPr sz="2250" b="1">
                <a:solidFill>
                  <a:srgbClr val="A1E3C5"/>
                </a:solidFill>
              </a:defRPr>
            </a:lvl1pPr>
            <a:lvl2pPr algn="l">
              <a:defRPr sz="2250" b="1">
                <a:solidFill>
                  <a:srgbClr val="A1E3C5"/>
                </a:solidFill>
              </a:defRPr>
            </a:lvl2pPr>
            <a:lvl3pPr algn="l">
              <a:defRPr sz="2250" b="1">
                <a:solidFill>
                  <a:srgbClr val="A1E3C5"/>
                </a:solidFill>
              </a:defRPr>
            </a:lvl3pPr>
            <a:lvl4pPr algn="l">
              <a:defRPr sz="2250" b="1">
                <a:solidFill>
                  <a:srgbClr val="A1E3C5"/>
                </a:solidFill>
              </a:defRPr>
            </a:lvl4pPr>
            <a:lvl5pPr algn="l">
              <a:defRPr sz="2250" b="1">
                <a:solidFill>
                  <a:srgbClr val="A1E3C5"/>
                </a:solidFill>
              </a:defRPr>
            </a:lvl5pPr>
            <a:lvl6pPr algn="l">
              <a:defRPr sz="2250" b="1">
                <a:solidFill>
                  <a:srgbClr val="A1E3C5"/>
                </a:solidFill>
              </a:defRPr>
            </a:lvl6pPr>
            <a:lvl7pPr algn="l">
              <a:defRPr sz="2250" b="1">
                <a:solidFill>
                  <a:srgbClr val="A1E3C5"/>
                </a:solidFill>
              </a:defRPr>
            </a:lvl7pPr>
            <a:lvl8pPr algn="l">
              <a:defRPr sz="2250" b="1">
                <a:solidFill>
                  <a:srgbClr val="A1E3C5"/>
                </a:solidFill>
              </a:defRPr>
            </a:lvl8pPr>
            <a:lvl9pPr algn="l">
              <a:defRPr sz="225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1E3C5"/>
                </a:solidFill>
              </a:defRPr>
            </a:pPr>
            <a:r>
              <a:rPr sz="22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Сохранение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3E4D5-216F-463F-9F63-83B95E80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C0CF"/>
                </a:solidFill>
              </a:defRPr>
            </a:defPPr>
            <a:lvl1pPr algn="l">
              <a:defRPr sz="1800" b="0">
                <a:solidFill>
                  <a:srgbClr val="ACC0CF"/>
                </a:solidFill>
              </a:defRPr>
            </a:lvl1pPr>
            <a:lvl2pPr algn="l">
              <a:defRPr sz="1800" b="0">
                <a:solidFill>
                  <a:srgbClr val="ACC0CF"/>
                </a:solidFill>
              </a:defRPr>
            </a:lvl2pPr>
            <a:lvl3pPr algn="l">
              <a:defRPr sz="1800" b="0">
                <a:solidFill>
                  <a:srgbClr val="ACC0CF"/>
                </a:solidFill>
              </a:defRPr>
            </a:lvl3pPr>
            <a:lvl4pPr algn="l">
              <a:defRPr sz="1800" b="0">
                <a:solidFill>
                  <a:srgbClr val="ACC0CF"/>
                </a:solidFill>
              </a:defRPr>
            </a:lvl4pPr>
            <a:lvl5pPr algn="l">
              <a:defRPr sz="1800" b="0">
                <a:solidFill>
                  <a:srgbClr val="ACC0CF"/>
                </a:solidFill>
              </a:defRPr>
            </a:lvl5pPr>
            <a:lvl6pPr algn="l">
              <a:defRPr sz="1800" b="0">
                <a:solidFill>
                  <a:srgbClr val="ACC0CF"/>
                </a:solidFill>
              </a:defRPr>
            </a:lvl6pPr>
            <a:lvl7pPr algn="l">
              <a:defRPr sz="1800" b="0">
                <a:solidFill>
                  <a:srgbClr val="ACC0CF"/>
                </a:solidFill>
              </a:defRPr>
            </a:lvl7pPr>
            <a:lvl8pPr algn="l">
              <a:defRPr sz="1800" b="0">
                <a:solidFill>
                  <a:srgbClr val="ACC0CF"/>
                </a:solidFill>
              </a:defRPr>
            </a:lvl8pPr>
            <a:lvl9pPr algn="l">
              <a:defRPr sz="18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C0CF"/>
                </a:solidFill>
              </a:defRPr>
            </a:pPr>
            <a:r>
              <a:rPr sz="18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Проекты и экспорт результатов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4729E-0E27-4CB0-92C1-4A596EAB4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8114313bf4abd"/>
          <a:stretch xmlns:a="http://schemas.openxmlformats.org/drawingml/2006/main"/>
        </p:blipFill>
        <p:spPr>
          <a:xfrm xmlns:a="http://schemas.openxmlformats.org/drawingml/2006/main">
            <a:off x="5048250" y="1658541"/>
            <a:ext cx="6534150" cy="408384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45C4D-1D39-4C30-805F-0F372CF8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055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CC0CF"/>
                </a:solidFill>
              </a:defRPr>
            </a:defPPr>
            <a:lvl1pPr algn="l">
              <a:defRPr sz="1425" b="0">
                <a:solidFill>
                  <a:srgbClr val="ACC0CF"/>
                </a:solidFill>
              </a:defRPr>
            </a:lvl1pPr>
            <a:lvl2pPr algn="l">
              <a:defRPr sz="1425" b="0">
                <a:solidFill>
                  <a:srgbClr val="ACC0CF"/>
                </a:solidFill>
              </a:defRPr>
            </a:lvl2pPr>
            <a:lvl3pPr algn="l">
              <a:defRPr sz="1425" b="0">
                <a:solidFill>
                  <a:srgbClr val="ACC0CF"/>
                </a:solidFill>
              </a:defRPr>
            </a:lvl3pPr>
            <a:lvl4pPr algn="l">
              <a:defRPr sz="1425" b="0">
                <a:solidFill>
                  <a:srgbClr val="ACC0CF"/>
                </a:solidFill>
              </a:defRPr>
            </a:lvl4pPr>
            <a:lvl5pPr algn="l">
              <a:defRPr sz="1425" b="0">
                <a:solidFill>
                  <a:srgbClr val="ACC0CF"/>
                </a:solidFill>
              </a:defRPr>
            </a:lvl5pPr>
            <a:lvl6pPr algn="l">
              <a:defRPr sz="1425" b="0">
                <a:solidFill>
                  <a:srgbClr val="ACC0CF"/>
                </a:solidFill>
              </a:defRPr>
            </a:lvl6pPr>
            <a:lvl7pPr algn="l">
              <a:defRPr sz="1425" b="0">
                <a:solidFill>
                  <a:srgbClr val="ACC0CF"/>
                </a:solidFill>
              </a:defRPr>
            </a:lvl7pPr>
            <a:lvl8pPr algn="l">
              <a:defRPr sz="1425" b="0">
                <a:solidFill>
                  <a:srgbClr val="ACC0CF"/>
                </a:solidFill>
              </a:defRPr>
            </a:lvl8pPr>
            <a:lvl9pPr algn="l">
              <a:defRPr sz="1425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CC0CF"/>
                </a:solidFill>
              </a:defRPr>
            </a:pPr>
            <a:r>
              <a:rPr sz="1425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План комнаты в программе · тестовый пример</a:t>
            </a:r>
          </a:p>
        </p:txBody>
      </p:sp>
    </p:spTree>
    <p:extLst>
      <p:ext uri="{BB962C8B-B14F-4D97-AF65-F5344CB8AC3E}">
        <p14:creationId xmlns:p14="http://schemas.microsoft.com/office/powerpoint/2010/main" val="623631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AD6CB-184D-4D24-A178-23272F1D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E6EEF5"/>
                </a:solidFill>
              </a:defRPr>
            </a:defPPr>
            <a:lvl1pPr algn="l">
              <a:defRPr sz="3300" b="1">
                <a:solidFill>
                  <a:srgbClr val="E6EEF5"/>
                </a:solidFill>
              </a:defRPr>
            </a:lvl1pPr>
            <a:lvl2pPr algn="l">
              <a:defRPr sz="3300" b="1">
                <a:solidFill>
                  <a:srgbClr val="E6EEF5"/>
                </a:solidFill>
              </a:defRPr>
            </a:lvl2pPr>
            <a:lvl3pPr algn="l">
              <a:defRPr sz="3300" b="1">
                <a:solidFill>
                  <a:srgbClr val="E6EEF5"/>
                </a:solidFill>
              </a:defRPr>
            </a:lvl3pPr>
            <a:lvl4pPr algn="l">
              <a:defRPr sz="3300" b="1">
                <a:solidFill>
                  <a:srgbClr val="E6EEF5"/>
                </a:solidFill>
              </a:defRPr>
            </a:lvl4pPr>
            <a:lvl5pPr algn="l">
              <a:defRPr sz="3300" b="1">
                <a:solidFill>
                  <a:srgbClr val="E6EEF5"/>
                </a:solidFill>
              </a:defRPr>
            </a:lvl5pPr>
            <a:lvl6pPr algn="l">
              <a:defRPr sz="3300" b="1">
                <a:solidFill>
                  <a:srgbClr val="E6EEF5"/>
                </a:solidFill>
              </a:defRPr>
            </a:lvl6pPr>
            <a:lvl7pPr algn="l">
              <a:defRPr sz="3300" b="1">
                <a:solidFill>
                  <a:srgbClr val="E6EEF5"/>
                </a:solidFill>
              </a:defRPr>
            </a:lvl7pPr>
            <a:lvl8pPr algn="l">
              <a:defRPr sz="3300" b="1">
                <a:solidFill>
                  <a:srgbClr val="E6EEF5"/>
                </a:solidFill>
              </a:defRPr>
            </a:lvl8pPr>
            <a:lvl9pPr algn="l">
              <a:defRPr sz="3300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6EEF5"/>
                </a:solidFill>
              </a:defRPr>
            </a:pPr>
            <a:r>
              <a:rPr sz="3300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Реальный скан аудитории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54514-CC26-4E05-8A83-665E094F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SUBTERRA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87F14-53C7-451C-8568-BCEC7490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7F17C-4E64-4B88-B549-EACA00A2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375" b="1">
                <a:solidFill>
                  <a:srgbClr val="A1E3C5"/>
                </a:solidFill>
              </a:defRPr>
            </a:defPPr>
            <a:lvl1pPr algn="l">
              <a:defRPr sz="6375" b="1">
                <a:solidFill>
                  <a:srgbClr val="A1E3C5"/>
                </a:solidFill>
              </a:defRPr>
            </a:lvl1pPr>
            <a:lvl2pPr algn="l">
              <a:defRPr sz="6375" b="1">
                <a:solidFill>
                  <a:srgbClr val="A1E3C5"/>
                </a:solidFill>
              </a:defRPr>
            </a:lvl2pPr>
            <a:lvl3pPr algn="l">
              <a:defRPr sz="6375" b="1">
                <a:solidFill>
                  <a:srgbClr val="A1E3C5"/>
                </a:solidFill>
              </a:defRPr>
            </a:lvl3pPr>
            <a:lvl4pPr algn="l">
              <a:defRPr sz="6375" b="1">
                <a:solidFill>
                  <a:srgbClr val="A1E3C5"/>
                </a:solidFill>
              </a:defRPr>
            </a:lvl4pPr>
            <a:lvl5pPr algn="l">
              <a:defRPr sz="6375" b="1">
                <a:solidFill>
                  <a:srgbClr val="A1E3C5"/>
                </a:solidFill>
              </a:defRPr>
            </a:lvl5pPr>
            <a:lvl6pPr algn="l">
              <a:defRPr sz="6375" b="1">
                <a:solidFill>
                  <a:srgbClr val="A1E3C5"/>
                </a:solidFill>
              </a:defRPr>
            </a:lvl6pPr>
            <a:lvl7pPr algn="l">
              <a:defRPr sz="6375" b="1">
                <a:solidFill>
                  <a:srgbClr val="A1E3C5"/>
                </a:solidFill>
              </a:defRPr>
            </a:lvl7pPr>
            <a:lvl8pPr algn="l">
              <a:defRPr sz="6375" b="1">
                <a:solidFill>
                  <a:srgbClr val="A1E3C5"/>
                </a:solidFill>
              </a:defRPr>
            </a:lvl8pPr>
            <a:lvl9pPr algn="l">
              <a:defRPr sz="6375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6375" b="1">
                <a:solidFill>
                  <a:srgbClr val="A1E3C5"/>
                </a:solidFill>
              </a:defRPr>
            </a:pPr>
            <a:r>
              <a:rPr sz="6375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569 857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5D9C0-91F3-4427-A2D4-0B8A62FC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E6EEF5"/>
                </a:solidFill>
              </a:defRPr>
            </a:defPPr>
            <a:lvl1pPr algn="l">
              <a:defRPr sz="2100" b="0">
                <a:solidFill>
                  <a:srgbClr val="E6EEF5"/>
                </a:solidFill>
              </a:defRPr>
            </a:lvl1pPr>
            <a:lvl2pPr algn="l">
              <a:defRPr sz="2100" b="0">
                <a:solidFill>
                  <a:srgbClr val="E6EEF5"/>
                </a:solidFill>
              </a:defRPr>
            </a:lvl2pPr>
            <a:lvl3pPr algn="l">
              <a:defRPr sz="2100" b="0">
                <a:solidFill>
                  <a:srgbClr val="E6EEF5"/>
                </a:solidFill>
              </a:defRPr>
            </a:lvl3pPr>
            <a:lvl4pPr algn="l">
              <a:defRPr sz="2100" b="0">
                <a:solidFill>
                  <a:srgbClr val="E6EEF5"/>
                </a:solidFill>
              </a:defRPr>
            </a:lvl4pPr>
            <a:lvl5pPr algn="l">
              <a:defRPr sz="2100" b="0">
                <a:solidFill>
                  <a:srgbClr val="E6EEF5"/>
                </a:solidFill>
              </a:defRPr>
            </a:lvl5pPr>
            <a:lvl6pPr algn="l">
              <a:defRPr sz="2100" b="0">
                <a:solidFill>
                  <a:srgbClr val="E6EEF5"/>
                </a:solidFill>
              </a:defRPr>
            </a:lvl6pPr>
            <a:lvl7pPr algn="l">
              <a:defRPr sz="2100" b="0">
                <a:solidFill>
                  <a:srgbClr val="E6EEF5"/>
                </a:solidFill>
              </a:defRPr>
            </a:lvl7pPr>
            <a:lvl8pPr algn="l">
              <a:defRPr sz="2100" b="0">
                <a:solidFill>
                  <a:srgbClr val="E6EEF5"/>
                </a:solidFill>
              </a:defRPr>
            </a:lvl8pPr>
            <a:lvl9pPr algn="l">
              <a:defRPr sz="2100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E6EEF5"/>
                </a:solidFill>
              </a:defRPr>
            </a:pPr>
            <a:r>
              <a:rPr sz="210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цветных точек в исходном скане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68D80-13BF-4C83-8FB5-0828EEA6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04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950" b="1">
                <a:solidFill>
                  <a:srgbClr val="E6EEF5"/>
                </a:solidFill>
              </a:defRPr>
            </a:defPPr>
            <a:lvl1pPr algn="l">
              <a:defRPr sz="4950" b="1">
                <a:solidFill>
                  <a:srgbClr val="E6EEF5"/>
                </a:solidFill>
              </a:defRPr>
            </a:lvl1pPr>
            <a:lvl2pPr algn="l">
              <a:defRPr sz="4950" b="1">
                <a:solidFill>
                  <a:srgbClr val="E6EEF5"/>
                </a:solidFill>
              </a:defRPr>
            </a:lvl2pPr>
            <a:lvl3pPr algn="l">
              <a:defRPr sz="4950" b="1">
                <a:solidFill>
                  <a:srgbClr val="E6EEF5"/>
                </a:solidFill>
              </a:defRPr>
            </a:lvl3pPr>
            <a:lvl4pPr algn="l">
              <a:defRPr sz="4950" b="1">
                <a:solidFill>
                  <a:srgbClr val="E6EEF5"/>
                </a:solidFill>
              </a:defRPr>
            </a:lvl4pPr>
            <a:lvl5pPr algn="l">
              <a:defRPr sz="4950" b="1">
                <a:solidFill>
                  <a:srgbClr val="E6EEF5"/>
                </a:solidFill>
              </a:defRPr>
            </a:lvl5pPr>
            <a:lvl6pPr algn="l">
              <a:defRPr sz="4950" b="1">
                <a:solidFill>
                  <a:srgbClr val="E6EEF5"/>
                </a:solidFill>
              </a:defRPr>
            </a:lvl6pPr>
            <a:lvl7pPr algn="l">
              <a:defRPr sz="4950" b="1">
                <a:solidFill>
                  <a:srgbClr val="E6EEF5"/>
                </a:solidFill>
              </a:defRPr>
            </a:lvl7pPr>
            <a:lvl8pPr algn="l">
              <a:defRPr sz="4950" b="1">
                <a:solidFill>
                  <a:srgbClr val="E6EEF5"/>
                </a:solidFill>
              </a:defRPr>
            </a:lvl8pPr>
            <a:lvl9pPr algn="l">
              <a:defRPr sz="4950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E6EEF5"/>
                </a:solidFill>
              </a:defRPr>
            </a:pPr>
            <a:r>
              <a:rPr sz="4950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≈ 297 тыс.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434EB-4E1F-488B-8310-20141B35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ACC0CF"/>
                </a:solidFill>
              </a:defRPr>
            </a:defPPr>
            <a:lvl1pPr algn="l">
              <a:defRPr sz="2100" b="0">
                <a:solidFill>
                  <a:srgbClr val="ACC0CF"/>
                </a:solidFill>
              </a:defRPr>
            </a:lvl1pPr>
            <a:lvl2pPr algn="l">
              <a:defRPr sz="2100" b="0">
                <a:solidFill>
                  <a:srgbClr val="ACC0CF"/>
                </a:solidFill>
              </a:defRPr>
            </a:lvl2pPr>
            <a:lvl3pPr algn="l">
              <a:defRPr sz="2100" b="0">
                <a:solidFill>
                  <a:srgbClr val="ACC0CF"/>
                </a:solidFill>
              </a:defRPr>
            </a:lvl3pPr>
            <a:lvl4pPr algn="l">
              <a:defRPr sz="2100" b="0">
                <a:solidFill>
                  <a:srgbClr val="ACC0CF"/>
                </a:solidFill>
              </a:defRPr>
            </a:lvl4pPr>
            <a:lvl5pPr algn="l">
              <a:defRPr sz="2100" b="0">
                <a:solidFill>
                  <a:srgbClr val="ACC0CF"/>
                </a:solidFill>
              </a:defRPr>
            </a:lvl5pPr>
            <a:lvl6pPr algn="l">
              <a:defRPr sz="2100" b="0">
                <a:solidFill>
                  <a:srgbClr val="ACC0CF"/>
                </a:solidFill>
              </a:defRPr>
            </a:lvl6pPr>
            <a:lvl7pPr algn="l">
              <a:defRPr sz="2100" b="0">
                <a:solidFill>
                  <a:srgbClr val="ACC0CF"/>
                </a:solidFill>
              </a:defRPr>
            </a:lvl7pPr>
            <a:lvl8pPr algn="l">
              <a:defRPr sz="2100" b="0">
                <a:solidFill>
                  <a:srgbClr val="ACC0CF"/>
                </a:solidFill>
              </a:defRPr>
            </a:lvl8pPr>
            <a:lvl9pPr algn="l">
              <a:defRPr sz="21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C0CF"/>
                </a:solidFill>
              </a:defRPr>
            </a:pPr>
            <a:r>
              <a:rPr sz="21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треугольников в реконструкции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04BA6-1D97-42BA-861A-C2AD9C2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1E3C5"/>
                </a:solidFill>
              </a:defRPr>
            </a:defPPr>
            <a:lvl1pPr algn="l">
              <a:defRPr sz="1800" b="0">
                <a:solidFill>
                  <a:srgbClr val="A1E3C5"/>
                </a:solidFill>
              </a:defRPr>
            </a:lvl1pPr>
            <a:lvl2pPr algn="l">
              <a:defRPr sz="1800" b="0">
                <a:solidFill>
                  <a:srgbClr val="A1E3C5"/>
                </a:solidFill>
              </a:defRPr>
            </a:lvl2pPr>
            <a:lvl3pPr algn="l">
              <a:defRPr sz="1800" b="0">
                <a:solidFill>
                  <a:srgbClr val="A1E3C5"/>
                </a:solidFill>
              </a:defRPr>
            </a:lvl3pPr>
            <a:lvl4pPr algn="l">
              <a:defRPr sz="1800" b="0">
                <a:solidFill>
                  <a:srgbClr val="A1E3C5"/>
                </a:solidFill>
              </a:defRPr>
            </a:lvl4pPr>
            <a:lvl5pPr algn="l">
              <a:defRPr sz="1800" b="0">
                <a:solidFill>
                  <a:srgbClr val="A1E3C5"/>
                </a:solidFill>
              </a:defRPr>
            </a:lvl5pPr>
            <a:lvl6pPr algn="l">
              <a:defRPr sz="1800" b="0">
                <a:solidFill>
                  <a:srgbClr val="A1E3C5"/>
                </a:solidFill>
              </a:defRPr>
            </a:lvl6pPr>
            <a:lvl7pPr algn="l">
              <a:defRPr sz="1800" b="0">
                <a:solidFill>
                  <a:srgbClr val="A1E3C5"/>
                </a:solidFill>
              </a:defRPr>
            </a:lvl7pPr>
            <a:lvl8pPr algn="l">
              <a:defRPr sz="1800" b="0">
                <a:solidFill>
                  <a:srgbClr val="A1E3C5"/>
                </a:solidFill>
              </a:defRPr>
            </a:lvl8pPr>
            <a:lvl9pPr algn="l">
              <a:defRPr sz="1800" b="0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1E3C5"/>
                </a:solidFill>
              </a:defRPr>
            </a:pPr>
            <a:r>
              <a:rPr sz="1800" b="0">
                <a:solidFill>
                  <a:srgbClr val="A1E3C5"/>
                </a:solidFill>
                <a:latin typeface="Arial"/>
                <a:ea typeface="Arial"/>
                <a:cs typeface="Arial"/>
              </a:rPr>
              <a:t>iPhone / Scaniverse → SubTerra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689BD-DEF8-442A-AE3F-BC2C62436D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8798b729141f1"/>
          <a:stretch xmlns:a="http://schemas.openxmlformats.org/drawingml/2006/main"/>
        </p:blipFill>
        <p:spPr>
          <a:xfrm xmlns:a="http://schemas.openxmlformats.org/drawingml/2006/main">
            <a:off x="6305550" y="1476375"/>
            <a:ext cx="466725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14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1D8FE-FCBA-4145-BF8C-25966682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E6EEF5"/>
                </a:solidFill>
              </a:defRPr>
            </a:defPPr>
            <a:lvl1pPr algn="l">
              <a:defRPr sz="3300" b="1">
                <a:solidFill>
                  <a:srgbClr val="E6EEF5"/>
                </a:solidFill>
              </a:defRPr>
            </a:lvl1pPr>
            <a:lvl2pPr algn="l">
              <a:defRPr sz="3300" b="1">
                <a:solidFill>
                  <a:srgbClr val="E6EEF5"/>
                </a:solidFill>
              </a:defRPr>
            </a:lvl2pPr>
            <a:lvl3pPr algn="l">
              <a:defRPr sz="3300" b="1">
                <a:solidFill>
                  <a:srgbClr val="E6EEF5"/>
                </a:solidFill>
              </a:defRPr>
            </a:lvl3pPr>
            <a:lvl4pPr algn="l">
              <a:defRPr sz="3300" b="1">
                <a:solidFill>
                  <a:srgbClr val="E6EEF5"/>
                </a:solidFill>
              </a:defRPr>
            </a:lvl4pPr>
            <a:lvl5pPr algn="l">
              <a:defRPr sz="3300" b="1">
                <a:solidFill>
                  <a:srgbClr val="E6EEF5"/>
                </a:solidFill>
              </a:defRPr>
            </a:lvl5pPr>
            <a:lvl6pPr algn="l">
              <a:defRPr sz="3300" b="1">
                <a:solidFill>
                  <a:srgbClr val="E6EEF5"/>
                </a:solidFill>
              </a:defRPr>
            </a:lvl6pPr>
            <a:lvl7pPr algn="l">
              <a:defRPr sz="3300" b="1">
                <a:solidFill>
                  <a:srgbClr val="E6EEF5"/>
                </a:solidFill>
              </a:defRPr>
            </a:lvl7pPr>
            <a:lvl8pPr algn="l">
              <a:defRPr sz="3300" b="1">
                <a:solidFill>
                  <a:srgbClr val="E6EEF5"/>
                </a:solidFill>
              </a:defRPr>
            </a:lvl8pPr>
            <a:lvl9pPr algn="l">
              <a:defRPr sz="3300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6EEF5"/>
                </a:solidFill>
              </a:defRPr>
            </a:pPr>
            <a:r>
              <a:rPr sz="3300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Восстановление поверхностей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505D7-0471-4B49-A451-DEF438A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ACC0CF"/>
                </a:solidFill>
              </a:defRPr>
            </a:defPPr>
            <a:lvl1pPr algn="l">
              <a:defRPr sz="2100" b="0">
                <a:solidFill>
                  <a:srgbClr val="ACC0CF"/>
                </a:solidFill>
              </a:defRPr>
            </a:lvl1pPr>
            <a:lvl2pPr algn="l">
              <a:defRPr sz="2100" b="0">
                <a:solidFill>
                  <a:srgbClr val="ACC0CF"/>
                </a:solidFill>
              </a:defRPr>
            </a:lvl2pPr>
            <a:lvl3pPr algn="l">
              <a:defRPr sz="2100" b="0">
                <a:solidFill>
                  <a:srgbClr val="ACC0CF"/>
                </a:solidFill>
              </a:defRPr>
            </a:lvl3pPr>
            <a:lvl4pPr algn="l">
              <a:defRPr sz="2100" b="0">
                <a:solidFill>
                  <a:srgbClr val="ACC0CF"/>
                </a:solidFill>
              </a:defRPr>
            </a:lvl4pPr>
            <a:lvl5pPr algn="l">
              <a:defRPr sz="2100" b="0">
                <a:solidFill>
                  <a:srgbClr val="ACC0CF"/>
                </a:solidFill>
              </a:defRPr>
            </a:lvl5pPr>
            <a:lvl6pPr algn="l">
              <a:defRPr sz="2100" b="0">
                <a:solidFill>
                  <a:srgbClr val="ACC0CF"/>
                </a:solidFill>
              </a:defRPr>
            </a:lvl6pPr>
            <a:lvl7pPr algn="l">
              <a:defRPr sz="2100" b="0">
                <a:solidFill>
                  <a:srgbClr val="ACC0CF"/>
                </a:solidFill>
              </a:defRPr>
            </a:lvl7pPr>
            <a:lvl8pPr algn="l">
              <a:defRPr sz="2100" b="0">
                <a:solidFill>
                  <a:srgbClr val="ACC0CF"/>
                </a:solidFill>
              </a:defRPr>
            </a:lvl8pPr>
            <a:lvl9pPr algn="l">
              <a:defRPr sz="21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C0CF"/>
                </a:solidFill>
              </a:defRPr>
            </a:pPr>
            <a:r>
              <a:rPr sz="21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Выравнивание пола и стен. Достройка пропусков по геометрии.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2112E-407B-4F6D-A9FD-48043725C0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33670d0884593"/>
          <a:stretch xmlns:a="http://schemas.openxmlformats.org/drawingml/2006/main"/>
        </p:blipFill>
        <p:spPr>
          <a:xfrm xmlns:a="http://schemas.openxmlformats.org/drawingml/2006/main">
            <a:off x="1140542" y="2057400"/>
            <a:ext cx="9910916" cy="426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F7BFE-32CE-47F0-AFAD-F70240A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1E3C5"/>
                </a:solidFill>
              </a:defRPr>
            </a:defPPr>
            <a:lvl1pPr algn="l">
              <a:defRPr sz="1350" b="0">
                <a:solidFill>
                  <a:srgbClr val="A1E3C5"/>
                </a:solidFill>
              </a:defRPr>
            </a:lvl1pPr>
            <a:lvl2pPr algn="l">
              <a:defRPr sz="1350" b="0">
                <a:solidFill>
                  <a:srgbClr val="A1E3C5"/>
                </a:solidFill>
              </a:defRPr>
            </a:lvl2pPr>
            <a:lvl3pPr algn="l">
              <a:defRPr sz="1350" b="0">
                <a:solidFill>
                  <a:srgbClr val="A1E3C5"/>
                </a:solidFill>
              </a:defRPr>
            </a:lvl3pPr>
            <a:lvl4pPr algn="l">
              <a:defRPr sz="1350" b="0">
                <a:solidFill>
                  <a:srgbClr val="A1E3C5"/>
                </a:solidFill>
              </a:defRPr>
            </a:lvl4pPr>
            <a:lvl5pPr algn="l">
              <a:defRPr sz="1350" b="0">
                <a:solidFill>
                  <a:srgbClr val="A1E3C5"/>
                </a:solidFill>
              </a:defRPr>
            </a:lvl5pPr>
            <a:lvl6pPr algn="l">
              <a:defRPr sz="1350" b="0">
                <a:solidFill>
                  <a:srgbClr val="A1E3C5"/>
                </a:solidFill>
              </a:defRPr>
            </a:lvl6pPr>
            <a:lvl7pPr algn="l">
              <a:defRPr sz="1350" b="0">
                <a:solidFill>
                  <a:srgbClr val="A1E3C5"/>
                </a:solidFill>
              </a:defRPr>
            </a:lvl7pPr>
            <a:lvl8pPr algn="l">
              <a:defRPr sz="1350" b="0">
                <a:solidFill>
                  <a:srgbClr val="A1E3C5"/>
                </a:solidFill>
              </a:defRPr>
            </a:lvl8pPr>
            <a:lvl9pPr algn="l">
              <a:defRPr sz="1350" b="0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1E3C5"/>
                </a:solidFill>
              </a:defRPr>
            </a:pPr>
            <a:r>
              <a:rPr sz="1350" b="0">
                <a:solidFill>
                  <a:srgbClr val="A1E3C5"/>
                </a:solidFill>
                <a:latin typeface="Arial"/>
                <a:ea typeface="Arial"/>
                <a:cs typeface="Arial"/>
              </a:rPr>
              <a:t>Исходные измерения сохраняются; достроенные области обозначаются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865365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5CEDC-938A-46AE-9092-81070CDC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E6EEF5"/>
                </a:solidFill>
              </a:defRPr>
            </a:defPPr>
            <a:lvl1pPr algn="l">
              <a:defRPr sz="3300" b="1">
                <a:solidFill>
                  <a:srgbClr val="E6EEF5"/>
                </a:solidFill>
              </a:defRPr>
            </a:lvl1pPr>
            <a:lvl2pPr algn="l">
              <a:defRPr sz="3300" b="1">
                <a:solidFill>
                  <a:srgbClr val="E6EEF5"/>
                </a:solidFill>
              </a:defRPr>
            </a:lvl2pPr>
            <a:lvl3pPr algn="l">
              <a:defRPr sz="3300" b="1">
                <a:solidFill>
                  <a:srgbClr val="E6EEF5"/>
                </a:solidFill>
              </a:defRPr>
            </a:lvl3pPr>
            <a:lvl4pPr algn="l">
              <a:defRPr sz="3300" b="1">
                <a:solidFill>
                  <a:srgbClr val="E6EEF5"/>
                </a:solidFill>
              </a:defRPr>
            </a:lvl4pPr>
            <a:lvl5pPr algn="l">
              <a:defRPr sz="3300" b="1">
                <a:solidFill>
                  <a:srgbClr val="E6EEF5"/>
                </a:solidFill>
              </a:defRPr>
            </a:lvl5pPr>
            <a:lvl6pPr algn="l">
              <a:defRPr sz="3300" b="1">
                <a:solidFill>
                  <a:srgbClr val="E6EEF5"/>
                </a:solidFill>
              </a:defRPr>
            </a:lvl6pPr>
            <a:lvl7pPr algn="l">
              <a:defRPr sz="3300" b="1">
                <a:solidFill>
                  <a:srgbClr val="E6EEF5"/>
                </a:solidFill>
              </a:defRPr>
            </a:lvl7pPr>
            <a:lvl8pPr algn="l">
              <a:defRPr sz="3300" b="1">
                <a:solidFill>
                  <a:srgbClr val="E6EEF5"/>
                </a:solidFill>
              </a:defRPr>
            </a:lvl8pPr>
            <a:lvl9pPr algn="l">
              <a:defRPr sz="3300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6EEF5"/>
                </a:solidFill>
              </a:defRPr>
            </a:pPr>
            <a:r>
              <a:rPr sz="3300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ИИ: поиск людей в скане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06E98-28FD-47A5-82C8-0A0A496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SUBTERRA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D3F24-07BB-4008-A66C-FCC58377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72EA8-81A6-48A3-9CDE-941BB15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286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A1E3C5"/>
                </a:solidFill>
              </a:defRPr>
            </a:defPPr>
            <a:lvl1pPr algn="l">
              <a:defRPr sz="2550" b="1">
                <a:solidFill>
                  <a:srgbClr val="A1E3C5"/>
                </a:solidFill>
              </a:defRPr>
            </a:lvl1pPr>
            <a:lvl2pPr algn="l">
              <a:defRPr sz="2550" b="1">
                <a:solidFill>
                  <a:srgbClr val="A1E3C5"/>
                </a:solidFill>
              </a:defRPr>
            </a:lvl2pPr>
            <a:lvl3pPr algn="l">
              <a:defRPr sz="2550" b="1">
                <a:solidFill>
                  <a:srgbClr val="A1E3C5"/>
                </a:solidFill>
              </a:defRPr>
            </a:lvl3pPr>
            <a:lvl4pPr algn="l">
              <a:defRPr sz="2550" b="1">
                <a:solidFill>
                  <a:srgbClr val="A1E3C5"/>
                </a:solidFill>
              </a:defRPr>
            </a:lvl4pPr>
            <a:lvl5pPr algn="l">
              <a:defRPr sz="2550" b="1">
                <a:solidFill>
                  <a:srgbClr val="A1E3C5"/>
                </a:solidFill>
              </a:defRPr>
            </a:lvl5pPr>
            <a:lvl6pPr algn="l">
              <a:defRPr sz="2550" b="1">
                <a:solidFill>
                  <a:srgbClr val="A1E3C5"/>
                </a:solidFill>
              </a:defRPr>
            </a:lvl6pPr>
            <a:lvl7pPr algn="l">
              <a:defRPr sz="2550" b="1">
                <a:solidFill>
                  <a:srgbClr val="A1E3C5"/>
                </a:solidFill>
              </a:defRPr>
            </a:lvl7pPr>
            <a:lvl8pPr algn="l">
              <a:defRPr sz="2550" b="1">
                <a:solidFill>
                  <a:srgbClr val="A1E3C5"/>
                </a:solidFill>
              </a:defRPr>
            </a:lvl8pPr>
            <a:lvl9pPr algn="l">
              <a:defRPr sz="255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A1E3C5"/>
                </a:solidFill>
              </a:defRPr>
            </a:pPr>
            <a:r>
              <a:rPr sz="25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Локальная обработка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2CEB0-D21A-437C-A1EF-67D1498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86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E6EEF5"/>
                </a:solidFill>
              </a:defRPr>
            </a:defPPr>
            <a:lvl1pPr algn="l">
              <a:defRPr sz="2100" b="0">
                <a:solidFill>
                  <a:srgbClr val="E6EEF5"/>
                </a:solidFill>
              </a:defRPr>
            </a:lvl1pPr>
            <a:lvl2pPr algn="l">
              <a:defRPr sz="2100" b="0">
                <a:solidFill>
                  <a:srgbClr val="E6EEF5"/>
                </a:solidFill>
              </a:defRPr>
            </a:lvl2pPr>
            <a:lvl3pPr algn="l">
              <a:defRPr sz="2100" b="0">
                <a:solidFill>
                  <a:srgbClr val="E6EEF5"/>
                </a:solidFill>
              </a:defRPr>
            </a:lvl3pPr>
            <a:lvl4pPr algn="l">
              <a:defRPr sz="2100" b="0">
                <a:solidFill>
                  <a:srgbClr val="E6EEF5"/>
                </a:solidFill>
              </a:defRPr>
            </a:lvl4pPr>
            <a:lvl5pPr algn="l">
              <a:defRPr sz="2100" b="0">
                <a:solidFill>
                  <a:srgbClr val="E6EEF5"/>
                </a:solidFill>
              </a:defRPr>
            </a:lvl5pPr>
            <a:lvl6pPr algn="l">
              <a:defRPr sz="2100" b="0">
                <a:solidFill>
                  <a:srgbClr val="E6EEF5"/>
                </a:solidFill>
              </a:defRPr>
            </a:lvl6pPr>
            <a:lvl7pPr algn="l">
              <a:defRPr sz="2100" b="0">
                <a:solidFill>
                  <a:srgbClr val="E6EEF5"/>
                </a:solidFill>
              </a:defRPr>
            </a:lvl7pPr>
            <a:lvl8pPr algn="l">
              <a:defRPr sz="2100" b="0">
                <a:solidFill>
                  <a:srgbClr val="E6EEF5"/>
                </a:solidFill>
              </a:defRPr>
            </a:lvl8pPr>
            <a:lvl9pPr algn="l">
              <a:defRPr sz="2100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E6EEF5"/>
                </a:solidFill>
              </a:defRPr>
            </a:pPr>
            <a:r>
              <a:rPr sz="210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Скан остаётся на компьютере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75003-26A2-4C10-BC77-54617E4E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238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E6EEF5"/>
                </a:solidFill>
              </a:defRPr>
            </a:defPPr>
            <a:lvl1pPr algn="l">
              <a:defRPr sz="2100" b="0">
                <a:solidFill>
                  <a:srgbClr val="E6EEF5"/>
                </a:solidFill>
              </a:defRPr>
            </a:lvl1pPr>
            <a:lvl2pPr algn="l">
              <a:defRPr sz="2100" b="0">
                <a:solidFill>
                  <a:srgbClr val="E6EEF5"/>
                </a:solidFill>
              </a:defRPr>
            </a:lvl2pPr>
            <a:lvl3pPr algn="l">
              <a:defRPr sz="2100" b="0">
                <a:solidFill>
                  <a:srgbClr val="E6EEF5"/>
                </a:solidFill>
              </a:defRPr>
            </a:lvl3pPr>
            <a:lvl4pPr algn="l">
              <a:defRPr sz="2100" b="0">
                <a:solidFill>
                  <a:srgbClr val="E6EEF5"/>
                </a:solidFill>
              </a:defRPr>
            </a:lvl4pPr>
            <a:lvl5pPr algn="l">
              <a:defRPr sz="2100" b="0">
                <a:solidFill>
                  <a:srgbClr val="E6EEF5"/>
                </a:solidFill>
              </a:defRPr>
            </a:lvl5pPr>
            <a:lvl6pPr algn="l">
              <a:defRPr sz="2100" b="0">
                <a:solidFill>
                  <a:srgbClr val="E6EEF5"/>
                </a:solidFill>
              </a:defRPr>
            </a:lvl6pPr>
            <a:lvl7pPr algn="l">
              <a:defRPr sz="2100" b="0">
                <a:solidFill>
                  <a:srgbClr val="E6EEF5"/>
                </a:solidFill>
              </a:defRPr>
            </a:lvl7pPr>
            <a:lvl8pPr algn="l">
              <a:defRPr sz="2100" b="0">
                <a:solidFill>
                  <a:srgbClr val="E6EEF5"/>
                </a:solidFill>
              </a:defRPr>
            </a:lvl8pPr>
            <a:lvl9pPr algn="l">
              <a:defRPr sz="2100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E6EEF5"/>
                </a:solidFill>
              </a:defRPr>
            </a:pPr>
            <a:r>
              <a:rPr sz="210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Рамки на цветных ракурсах</a:t>
            </a:r>
            <a:br>
              <a:rPr sz="2100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0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Примерное положение в 3D</a:t>
            </a:r>
            <a:br>
              <a:rPr sz="2100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0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Проверка находок оператором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C9070-0EEE-405F-A96F-24AFD245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A1E3C5"/>
                </a:solidFill>
              </a:defRPr>
            </a:defPPr>
            <a:lvl1pPr algn="l">
              <a:defRPr sz="2250" b="1">
                <a:solidFill>
                  <a:srgbClr val="A1E3C5"/>
                </a:solidFill>
              </a:defRPr>
            </a:lvl1pPr>
            <a:lvl2pPr algn="l">
              <a:defRPr sz="2250" b="1">
                <a:solidFill>
                  <a:srgbClr val="A1E3C5"/>
                </a:solidFill>
              </a:defRPr>
            </a:lvl2pPr>
            <a:lvl3pPr algn="l">
              <a:defRPr sz="2250" b="1">
                <a:solidFill>
                  <a:srgbClr val="A1E3C5"/>
                </a:solidFill>
              </a:defRPr>
            </a:lvl3pPr>
            <a:lvl4pPr algn="l">
              <a:defRPr sz="2250" b="1">
                <a:solidFill>
                  <a:srgbClr val="A1E3C5"/>
                </a:solidFill>
              </a:defRPr>
            </a:lvl4pPr>
            <a:lvl5pPr algn="l">
              <a:defRPr sz="2250" b="1">
                <a:solidFill>
                  <a:srgbClr val="A1E3C5"/>
                </a:solidFill>
              </a:defRPr>
            </a:lvl5pPr>
            <a:lvl6pPr algn="l">
              <a:defRPr sz="2250" b="1">
                <a:solidFill>
                  <a:srgbClr val="A1E3C5"/>
                </a:solidFill>
              </a:defRPr>
            </a:lvl6pPr>
            <a:lvl7pPr algn="l">
              <a:defRPr sz="2250" b="1">
                <a:solidFill>
                  <a:srgbClr val="A1E3C5"/>
                </a:solidFill>
              </a:defRPr>
            </a:lvl7pPr>
            <a:lvl8pPr algn="l">
              <a:defRPr sz="2250" b="1">
                <a:solidFill>
                  <a:srgbClr val="A1E3C5"/>
                </a:solidFill>
              </a:defRPr>
            </a:lvl8pPr>
            <a:lvl9pPr algn="l">
              <a:defRPr sz="225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1E3C5"/>
                </a:solidFill>
              </a:defRPr>
            </a:pPr>
            <a:r>
              <a:rPr sz="225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8 ракурсов · 15 кандидатов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835FE-1912-4CCA-893F-08AD41C8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C0CF"/>
                </a:solidFill>
              </a:defRPr>
            </a:defPPr>
            <a:lvl1pPr algn="l">
              <a:defRPr sz="1500" b="0">
                <a:solidFill>
                  <a:srgbClr val="ACC0CF"/>
                </a:solidFill>
              </a:defRPr>
            </a:lvl1pPr>
            <a:lvl2pPr algn="l">
              <a:defRPr sz="1500" b="0">
                <a:solidFill>
                  <a:srgbClr val="ACC0CF"/>
                </a:solidFill>
              </a:defRPr>
            </a:lvl2pPr>
            <a:lvl3pPr algn="l">
              <a:defRPr sz="1500" b="0">
                <a:solidFill>
                  <a:srgbClr val="ACC0CF"/>
                </a:solidFill>
              </a:defRPr>
            </a:lvl3pPr>
            <a:lvl4pPr algn="l">
              <a:defRPr sz="1500" b="0">
                <a:solidFill>
                  <a:srgbClr val="ACC0CF"/>
                </a:solidFill>
              </a:defRPr>
            </a:lvl4pPr>
            <a:lvl5pPr algn="l">
              <a:defRPr sz="1500" b="0">
                <a:solidFill>
                  <a:srgbClr val="ACC0CF"/>
                </a:solidFill>
              </a:defRPr>
            </a:lvl5pPr>
            <a:lvl6pPr algn="l">
              <a:defRPr sz="1500" b="0">
                <a:solidFill>
                  <a:srgbClr val="ACC0CF"/>
                </a:solidFill>
              </a:defRPr>
            </a:lvl6pPr>
            <a:lvl7pPr algn="l">
              <a:defRPr sz="1500" b="0">
                <a:solidFill>
                  <a:srgbClr val="ACC0CF"/>
                </a:solidFill>
              </a:defRPr>
            </a:lvl7pPr>
            <a:lvl8pPr algn="l">
              <a:defRPr sz="1500" b="0">
                <a:solidFill>
                  <a:srgbClr val="ACC0CF"/>
                </a:solidFill>
              </a:defRPr>
            </a:lvl8pPr>
            <a:lvl9pPr algn="l">
              <a:defRPr sz="15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C0CF"/>
                </a:solidFill>
              </a:defRPr>
            </a:pPr>
            <a:r>
              <a:rPr sz="15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Экспериментальная модель; находки</a:t>
            </a:r>
            <a:br>
              <a:rPr sz="1500" b="0">
                <a:solidFill>
                  <a:srgbClr val="ACC0CF"/>
                </a:solidFill>
                <a:latin typeface="Arial"/>
                <a:ea typeface="Arial"/>
                <a:cs typeface="Arial"/>
              </a:rPr>
            </a:br>
            <a:r>
              <a:rPr sz="15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могут повторяться между ракурсами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F788F-672B-4C67-93C5-E3C9FC288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9487b46b34846"/>
          <a:stretch xmlns:a="http://schemas.openxmlformats.org/drawingml/2006/main"/>
        </p:blipFill>
        <p:spPr>
          <a:xfrm xmlns:a="http://schemas.openxmlformats.org/drawingml/2006/main">
            <a:off x="6429375" y="1504950"/>
            <a:ext cx="466725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6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186BB-7840-40F5-9180-8E4DB7EA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E6EEF5"/>
                </a:solidFill>
              </a:defRPr>
            </a:defPPr>
            <a:lvl1pPr algn="l">
              <a:defRPr sz="3300" b="1">
                <a:solidFill>
                  <a:srgbClr val="E6EEF5"/>
                </a:solidFill>
              </a:defRPr>
            </a:lvl1pPr>
            <a:lvl2pPr algn="l">
              <a:defRPr sz="3300" b="1">
                <a:solidFill>
                  <a:srgbClr val="E6EEF5"/>
                </a:solidFill>
              </a:defRPr>
            </a:lvl2pPr>
            <a:lvl3pPr algn="l">
              <a:defRPr sz="3300" b="1">
                <a:solidFill>
                  <a:srgbClr val="E6EEF5"/>
                </a:solidFill>
              </a:defRPr>
            </a:lvl3pPr>
            <a:lvl4pPr algn="l">
              <a:defRPr sz="3300" b="1">
                <a:solidFill>
                  <a:srgbClr val="E6EEF5"/>
                </a:solidFill>
              </a:defRPr>
            </a:lvl4pPr>
            <a:lvl5pPr algn="l">
              <a:defRPr sz="3300" b="1">
                <a:solidFill>
                  <a:srgbClr val="E6EEF5"/>
                </a:solidFill>
              </a:defRPr>
            </a:lvl5pPr>
            <a:lvl6pPr algn="l">
              <a:defRPr sz="3300" b="1">
                <a:solidFill>
                  <a:srgbClr val="E6EEF5"/>
                </a:solidFill>
              </a:defRPr>
            </a:lvl6pPr>
            <a:lvl7pPr algn="l">
              <a:defRPr sz="3300" b="1">
                <a:solidFill>
                  <a:srgbClr val="E6EEF5"/>
                </a:solidFill>
              </a:defRPr>
            </a:lvl7pPr>
            <a:lvl8pPr algn="l">
              <a:defRPr sz="3300" b="1">
                <a:solidFill>
                  <a:srgbClr val="E6EEF5"/>
                </a:solidFill>
              </a:defRPr>
            </a:lvl8pPr>
            <a:lvl9pPr algn="l">
              <a:defRPr sz="3300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6EEF5"/>
                </a:solidFill>
              </a:defRPr>
            </a:pPr>
            <a:r>
              <a:rPr sz="3300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Области применения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63AF4-C280-475E-BD59-0555FE8C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SUBTERRA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3E515-A608-4255-AEC8-2DE72C3F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51D0D-962E-4CA8-8E2B-A179550B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A1E3C5"/>
                </a:solidFill>
              </a:defRPr>
            </a:defPPr>
            <a:lvl1pPr algn="l">
              <a:defRPr sz="2475" b="1">
                <a:solidFill>
                  <a:srgbClr val="A1E3C5"/>
                </a:solidFill>
              </a:defRPr>
            </a:lvl1pPr>
            <a:lvl2pPr algn="l">
              <a:defRPr sz="2475" b="1">
                <a:solidFill>
                  <a:srgbClr val="A1E3C5"/>
                </a:solidFill>
              </a:defRPr>
            </a:lvl2pPr>
            <a:lvl3pPr algn="l">
              <a:defRPr sz="2475" b="1">
                <a:solidFill>
                  <a:srgbClr val="A1E3C5"/>
                </a:solidFill>
              </a:defRPr>
            </a:lvl3pPr>
            <a:lvl4pPr algn="l">
              <a:defRPr sz="2475" b="1">
                <a:solidFill>
                  <a:srgbClr val="A1E3C5"/>
                </a:solidFill>
              </a:defRPr>
            </a:lvl4pPr>
            <a:lvl5pPr algn="l">
              <a:defRPr sz="2475" b="1">
                <a:solidFill>
                  <a:srgbClr val="A1E3C5"/>
                </a:solidFill>
              </a:defRPr>
            </a:lvl5pPr>
            <a:lvl6pPr algn="l">
              <a:defRPr sz="2475" b="1">
                <a:solidFill>
                  <a:srgbClr val="A1E3C5"/>
                </a:solidFill>
              </a:defRPr>
            </a:lvl6pPr>
            <a:lvl7pPr algn="l">
              <a:defRPr sz="2475" b="1">
                <a:solidFill>
                  <a:srgbClr val="A1E3C5"/>
                </a:solidFill>
              </a:defRPr>
            </a:lvl7pPr>
            <a:lvl8pPr algn="l">
              <a:defRPr sz="2475" b="1">
                <a:solidFill>
                  <a:srgbClr val="A1E3C5"/>
                </a:solidFill>
              </a:defRPr>
            </a:lvl8pPr>
            <a:lvl9pPr algn="l">
              <a:defRPr sz="2475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A1E3C5"/>
                </a:solidFill>
              </a:defRPr>
            </a:pPr>
            <a:r>
              <a:rPr sz="2475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Образование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6A5A6-0EF2-49E8-B4AE-ED2C0CE6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E6EEF5"/>
                </a:solidFill>
              </a:defRPr>
            </a:defPPr>
            <a:lvl1pPr algn="l">
              <a:defRPr sz="2175" b="0">
                <a:solidFill>
                  <a:srgbClr val="E6EEF5"/>
                </a:solidFill>
              </a:defRPr>
            </a:lvl1pPr>
            <a:lvl2pPr algn="l">
              <a:defRPr sz="2175" b="0">
                <a:solidFill>
                  <a:srgbClr val="E6EEF5"/>
                </a:solidFill>
              </a:defRPr>
            </a:lvl2pPr>
            <a:lvl3pPr algn="l">
              <a:defRPr sz="2175" b="0">
                <a:solidFill>
                  <a:srgbClr val="E6EEF5"/>
                </a:solidFill>
              </a:defRPr>
            </a:lvl3pPr>
            <a:lvl4pPr algn="l">
              <a:defRPr sz="2175" b="0">
                <a:solidFill>
                  <a:srgbClr val="E6EEF5"/>
                </a:solidFill>
              </a:defRPr>
            </a:lvl4pPr>
            <a:lvl5pPr algn="l">
              <a:defRPr sz="2175" b="0">
                <a:solidFill>
                  <a:srgbClr val="E6EEF5"/>
                </a:solidFill>
              </a:defRPr>
            </a:lvl5pPr>
            <a:lvl6pPr algn="l">
              <a:defRPr sz="2175" b="0">
                <a:solidFill>
                  <a:srgbClr val="E6EEF5"/>
                </a:solidFill>
              </a:defRPr>
            </a:lvl6pPr>
            <a:lvl7pPr algn="l">
              <a:defRPr sz="2175" b="0">
                <a:solidFill>
                  <a:srgbClr val="E6EEF5"/>
                </a:solidFill>
              </a:defRPr>
            </a:lvl7pPr>
            <a:lvl8pPr algn="l">
              <a:defRPr sz="2175" b="0">
                <a:solidFill>
                  <a:srgbClr val="E6EEF5"/>
                </a:solidFill>
              </a:defRPr>
            </a:lvl8pPr>
            <a:lvl9pPr algn="l">
              <a:defRPr sz="2175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6EEF5"/>
                </a:solidFill>
              </a:defRPr>
            </a:pP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Цифровые корпуса</a:t>
            </a:r>
            <a:b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 учебные исследования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4A3C9-03BC-4983-A1D5-E1EAF5DA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A1E3C5"/>
                </a:solidFill>
              </a:defRPr>
            </a:defPPr>
            <a:lvl1pPr algn="l">
              <a:defRPr sz="2475" b="1">
                <a:solidFill>
                  <a:srgbClr val="A1E3C5"/>
                </a:solidFill>
              </a:defRPr>
            </a:lvl1pPr>
            <a:lvl2pPr algn="l">
              <a:defRPr sz="2475" b="1">
                <a:solidFill>
                  <a:srgbClr val="A1E3C5"/>
                </a:solidFill>
              </a:defRPr>
            </a:lvl2pPr>
            <a:lvl3pPr algn="l">
              <a:defRPr sz="2475" b="1">
                <a:solidFill>
                  <a:srgbClr val="A1E3C5"/>
                </a:solidFill>
              </a:defRPr>
            </a:lvl3pPr>
            <a:lvl4pPr algn="l">
              <a:defRPr sz="2475" b="1">
                <a:solidFill>
                  <a:srgbClr val="A1E3C5"/>
                </a:solidFill>
              </a:defRPr>
            </a:lvl4pPr>
            <a:lvl5pPr algn="l">
              <a:defRPr sz="2475" b="1">
                <a:solidFill>
                  <a:srgbClr val="A1E3C5"/>
                </a:solidFill>
              </a:defRPr>
            </a:lvl5pPr>
            <a:lvl6pPr algn="l">
              <a:defRPr sz="2475" b="1">
                <a:solidFill>
                  <a:srgbClr val="A1E3C5"/>
                </a:solidFill>
              </a:defRPr>
            </a:lvl6pPr>
            <a:lvl7pPr algn="l">
              <a:defRPr sz="2475" b="1">
                <a:solidFill>
                  <a:srgbClr val="A1E3C5"/>
                </a:solidFill>
              </a:defRPr>
            </a:lvl7pPr>
            <a:lvl8pPr algn="l">
              <a:defRPr sz="2475" b="1">
                <a:solidFill>
                  <a:srgbClr val="A1E3C5"/>
                </a:solidFill>
              </a:defRPr>
            </a:lvl8pPr>
            <a:lvl9pPr algn="l">
              <a:defRPr sz="2475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A1E3C5"/>
                </a:solidFill>
              </a:defRPr>
            </a:pPr>
            <a:r>
              <a:rPr sz="2475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Обследование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3F608-4361-4C96-B108-6CDB7FC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98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E6EEF5"/>
                </a:solidFill>
              </a:defRPr>
            </a:defPPr>
            <a:lvl1pPr algn="l">
              <a:defRPr sz="2175" b="0">
                <a:solidFill>
                  <a:srgbClr val="E6EEF5"/>
                </a:solidFill>
              </a:defRPr>
            </a:lvl1pPr>
            <a:lvl2pPr algn="l">
              <a:defRPr sz="2175" b="0">
                <a:solidFill>
                  <a:srgbClr val="E6EEF5"/>
                </a:solidFill>
              </a:defRPr>
            </a:lvl2pPr>
            <a:lvl3pPr algn="l">
              <a:defRPr sz="2175" b="0">
                <a:solidFill>
                  <a:srgbClr val="E6EEF5"/>
                </a:solidFill>
              </a:defRPr>
            </a:lvl3pPr>
            <a:lvl4pPr algn="l">
              <a:defRPr sz="2175" b="0">
                <a:solidFill>
                  <a:srgbClr val="E6EEF5"/>
                </a:solidFill>
              </a:defRPr>
            </a:lvl4pPr>
            <a:lvl5pPr algn="l">
              <a:defRPr sz="2175" b="0">
                <a:solidFill>
                  <a:srgbClr val="E6EEF5"/>
                </a:solidFill>
              </a:defRPr>
            </a:lvl5pPr>
            <a:lvl6pPr algn="l">
              <a:defRPr sz="2175" b="0">
                <a:solidFill>
                  <a:srgbClr val="E6EEF5"/>
                </a:solidFill>
              </a:defRPr>
            </a:lvl6pPr>
            <a:lvl7pPr algn="l">
              <a:defRPr sz="2175" b="0">
                <a:solidFill>
                  <a:srgbClr val="E6EEF5"/>
                </a:solidFill>
              </a:defRPr>
            </a:lvl7pPr>
            <a:lvl8pPr algn="l">
              <a:defRPr sz="2175" b="0">
                <a:solidFill>
                  <a:srgbClr val="E6EEF5"/>
                </a:solidFill>
              </a:defRPr>
            </a:lvl8pPr>
            <a:lvl9pPr algn="l">
              <a:defRPr sz="2175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6EEF5"/>
                </a:solidFill>
              </a:defRPr>
            </a:pP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Осмотр геометрии</a:t>
            </a:r>
            <a:b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 фиксация наблюдений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44779-D061-4BD2-B0E7-DB9A5CC8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A1E3C5"/>
                </a:solidFill>
              </a:defRPr>
            </a:defPPr>
            <a:lvl1pPr algn="l">
              <a:defRPr sz="2475" b="1">
                <a:solidFill>
                  <a:srgbClr val="A1E3C5"/>
                </a:solidFill>
              </a:defRPr>
            </a:lvl1pPr>
            <a:lvl2pPr algn="l">
              <a:defRPr sz="2475" b="1">
                <a:solidFill>
                  <a:srgbClr val="A1E3C5"/>
                </a:solidFill>
              </a:defRPr>
            </a:lvl2pPr>
            <a:lvl3pPr algn="l">
              <a:defRPr sz="2475" b="1">
                <a:solidFill>
                  <a:srgbClr val="A1E3C5"/>
                </a:solidFill>
              </a:defRPr>
            </a:lvl3pPr>
            <a:lvl4pPr algn="l">
              <a:defRPr sz="2475" b="1">
                <a:solidFill>
                  <a:srgbClr val="A1E3C5"/>
                </a:solidFill>
              </a:defRPr>
            </a:lvl4pPr>
            <a:lvl5pPr algn="l">
              <a:defRPr sz="2475" b="1">
                <a:solidFill>
                  <a:srgbClr val="A1E3C5"/>
                </a:solidFill>
              </a:defRPr>
            </a:lvl5pPr>
            <a:lvl6pPr algn="l">
              <a:defRPr sz="2475" b="1">
                <a:solidFill>
                  <a:srgbClr val="A1E3C5"/>
                </a:solidFill>
              </a:defRPr>
            </a:lvl6pPr>
            <a:lvl7pPr algn="l">
              <a:defRPr sz="2475" b="1">
                <a:solidFill>
                  <a:srgbClr val="A1E3C5"/>
                </a:solidFill>
              </a:defRPr>
            </a:lvl7pPr>
            <a:lvl8pPr algn="l">
              <a:defRPr sz="2475" b="1">
                <a:solidFill>
                  <a:srgbClr val="A1E3C5"/>
                </a:solidFill>
              </a:defRPr>
            </a:lvl8pPr>
            <a:lvl9pPr algn="l">
              <a:defRPr sz="2475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A1E3C5"/>
                </a:solidFill>
              </a:defRPr>
            </a:pPr>
            <a:r>
              <a:rPr sz="2475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Подземные пространства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DDDA7-1360-431D-AEB8-E959094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E6EEF5"/>
                </a:solidFill>
              </a:defRPr>
            </a:defPPr>
            <a:lvl1pPr algn="l">
              <a:defRPr sz="2175" b="0">
                <a:solidFill>
                  <a:srgbClr val="E6EEF5"/>
                </a:solidFill>
              </a:defRPr>
            </a:lvl1pPr>
            <a:lvl2pPr algn="l">
              <a:defRPr sz="2175" b="0">
                <a:solidFill>
                  <a:srgbClr val="E6EEF5"/>
                </a:solidFill>
              </a:defRPr>
            </a:lvl2pPr>
            <a:lvl3pPr algn="l">
              <a:defRPr sz="2175" b="0">
                <a:solidFill>
                  <a:srgbClr val="E6EEF5"/>
                </a:solidFill>
              </a:defRPr>
            </a:lvl3pPr>
            <a:lvl4pPr algn="l">
              <a:defRPr sz="2175" b="0">
                <a:solidFill>
                  <a:srgbClr val="E6EEF5"/>
                </a:solidFill>
              </a:defRPr>
            </a:lvl4pPr>
            <a:lvl5pPr algn="l">
              <a:defRPr sz="2175" b="0">
                <a:solidFill>
                  <a:srgbClr val="E6EEF5"/>
                </a:solidFill>
              </a:defRPr>
            </a:lvl5pPr>
            <a:lvl6pPr algn="l">
              <a:defRPr sz="2175" b="0">
                <a:solidFill>
                  <a:srgbClr val="E6EEF5"/>
                </a:solidFill>
              </a:defRPr>
            </a:lvl6pPr>
            <a:lvl7pPr algn="l">
              <a:defRPr sz="2175" b="0">
                <a:solidFill>
                  <a:srgbClr val="E6EEF5"/>
                </a:solidFill>
              </a:defRPr>
            </a:lvl7pPr>
            <a:lvl8pPr algn="l">
              <a:defRPr sz="2175" b="0">
                <a:solidFill>
                  <a:srgbClr val="E6EEF5"/>
                </a:solidFill>
              </a:defRPr>
            </a:lvl8pPr>
            <a:lvl9pPr algn="l">
              <a:defRPr sz="2175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6EEF5"/>
                </a:solidFill>
              </a:defRPr>
            </a:pP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Пещеры, тоннели</a:t>
            </a:r>
            <a:b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 горные выработки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2F9EE-1A5A-40E8-B867-A167663F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A1E3C5"/>
                </a:solidFill>
              </a:defRPr>
            </a:defPPr>
            <a:lvl1pPr algn="l">
              <a:defRPr sz="2475" b="1">
                <a:solidFill>
                  <a:srgbClr val="A1E3C5"/>
                </a:solidFill>
              </a:defRPr>
            </a:lvl1pPr>
            <a:lvl2pPr algn="l">
              <a:defRPr sz="2475" b="1">
                <a:solidFill>
                  <a:srgbClr val="A1E3C5"/>
                </a:solidFill>
              </a:defRPr>
            </a:lvl2pPr>
            <a:lvl3pPr algn="l">
              <a:defRPr sz="2475" b="1">
                <a:solidFill>
                  <a:srgbClr val="A1E3C5"/>
                </a:solidFill>
              </a:defRPr>
            </a:lvl3pPr>
            <a:lvl4pPr algn="l">
              <a:defRPr sz="2475" b="1">
                <a:solidFill>
                  <a:srgbClr val="A1E3C5"/>
                </a:solidFill>
              </a:defRPr>
            </a:lvl4pPr>
            <a:lvl5pPr algn="l">
              <a:defRPr sz="2475" b="1">
                <a:solidFill>
                  <a:srgbClr val="A1E3C5"/>
                </a:solidFill>
              </a:defRPr>
            </a:lvl5pPr>
            <a:lvl6pPr algn="l">
              <a:defRPr sz="2475" b="1">
                <a:solidFill>
                  <a:srgbClr val="A1E3C5"/>
                </a:solidFill>
              </a:defRPr>
            </a:lvl6pPr>
            <a:lvl7pPr algn="l">
              <a:defRPr sz="2475" b="1">
                <a:solidFill>
                  <a:srgbClr val="A1E3C5"/>
                </a:solidFill>
              </a:defRPr>
            </a:lvl7pPr>
            <a:lvl8pPr algn="l">
              <a:defRPr sz="2475" b="1">
                <a:solidFill>
                  <a:srgbClr val="A1E3C5"/>
                </a:solidFill>
              </a:defRPr>
            </a:lvl8pPr>
            <a:lvl9pPr algn="l">
              <a:defRPr sz="2475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A1E3C5"/>
                </a:solidFill>
              </a:defRPr>
            </a:pPr>
            <a:r>
              <a:rPr sz="2475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Промышленность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CC6AA-B2BF-4A45-B368-E144E24F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E6EEF5"/>
                </a:solidFill>
              </a:defRPr>
            </a:defPPr>
            <a:lvl1pPr algn="l">
              <a:defRPr sz="2175" b="0">
                <a:solidFill>
                  <a:srgbClr val="E6EEF5"/>
                </a:solidFill>
              </a:defRPr>
            </a:lvl1pPr>
            <a:lvl2pPr algn="l">
              <a:defRPr sz="2175" b="0">
                <a:solidFill>
                  <a:srgbClr val="E6EEF5"/>
                </a:solidFill>
              </a:defRPr>
            </a:lvl2pPr>
            <a:lvl3pPr algn="l">
              <a:defRPr sz="2175" b="0">
                <a:solidFill>
                  <a:srgbClr val="E6EEF5"/>
                </a:solidFill>
              </a:defRPr>
            </a:lvl3pPr>
            <a:lvl4pPr algn="l">
              <a:defRPr sz="2175" b="0">
                <a:solidFill>
                  <a:srgbClr val="E6EEF5"/>
                </a:solidFill>
              </a:defRPr>
            </a:lvl4pPr>
            <a:lvl5pPr algn="l">
              <a:defRPr sz="2175" b="0">
                <a:solidFill>
                  <a:srgbClr val="E6EEF5"/>
                </a:solidFill>
              </a:defRPr>
            </a:lvl5pPr>
            <a:lvl6pPr algn="l">
              <a:defRPr sz="2175" b="0">
                <a:solidFill>
                  <a:srgbClr val="E6EEF5"/>
                </a:solidFill>
              </a:defRPr>
            </a:lvl6pPr>
            <a:lvl7pPr algn="l">
              <a:defRPr sz="2175" b="0">
                <a:solidFill>
                  <a:srgbClr val="E6EEF5"/>
                </a:solidFill>
              </a:defRPr>
            </a:lvl7pPr>
            <a:lvl8pPr algn="l">
              <a:defRPr sz="2175" b="0">
                <a:solidFill>
                  <a:srgbClr val="E6EEF5"/>
                </a:solidFill>
              </a:defRPr>
            </a:lvl8pPr>
            <a:lvl9pPr algn="l">
              <a:defRPr sz="2175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6EEF5"/>
                </a:solidFill>
              </a:defRPr>
            </a:pP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Перспектива цифровых моделей</a:t>
            </a:r>
            <a:b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для инспекции объектов</a:t>
            </a:r>
          </a:p>
        </p:txBody>
      </p:sp>
    </p:spTree>
    <p:extLst>
      <p:ext uri="{BB962C8B-B14F-4D97-AF65-F5344CB8AC3E}">
        <p14:creationId xmlns:p14="http://schemas.microsoft.com/office/powerpoint/2010/main" val="1116813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BD3E9-6F63-45BA-96DF-5E60D8C6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E6EEF5"/>
                </a:solidFill>
              </a:defRPr>
            </a:defPPr>
            <a:lvl1pPr algn="l">
              <a:defRPr sz="3300" b="1">
                <a:solidFill>
                  <a:srgbClr val="E6EEF5"/>
                </a:solidFill>
              </a:defRPr>
            </a:lvl1pPr>
            <a:lvl2pPr algn="l">
              <a:defRPr sz="3300" b="1">
                <a:solidFill>
                  <a:srgbClr val="E6EEF5"/>
                </a:solidFill>
              </a:defRPr>
            </a:lvl2pPr>
            <a:lvl3pPr algn="l">
              <a:defRPr sz="3300" b="1">
                <a:solidFill>
                  <a:srgbClr val="E6EEF5"/>
                </a:solidFill>
              </a:defRPr>
            </a:lvl3pPr>
            <a:lvl4pPr algn="l">
              <a:defRPr sz="3300" b="1">
                <a:solidFill>
                  <a:srgbClr val="E6EEF5"/>
                </a:solidFill>
              </a:defRPr>
            </a:lvl4pPr>
            <a:lvl5pPr algn="l">
              <a:defRPr sz="3300" b="1">
                <a:solidFill>
                  <a:srgbClr val="E6EEF5"/>
                </a:solidFill>
              </a:defRPr>
            </a:lvl5pPr>
            <a:lvl6pPr algn="l">
              <a:defRPr sz="3300" b="1">
                <a:solidFill>
                  <a:srgbClr val="E6EEF5"/>
                </a:solidFill>
              </a:defRPr>
            </a:lvl6pPr>
            <a:lvl7pPr algn="l">
              <a:defRPr sz="3300" b="1">
                <a:solidFill>
                  <a:srgbClr val="E6EEF5"/>
                </a:solidFill>
              </a:defRPr>
            </a:lvl7pPr>
            <a:lvl8pPr algn="l">
              <a:defRPr sz="3300" b="1">
                <a:solidFill>
                  <a:srgbClr val="E6EEF5"/>
                </a:solidFill>
              </a:defRPr>
            </a:lvl8pPr>
            <a:lvl9pPr algn="l">
              <a:defRPr sz="3300" b="1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6EEF5"/>
                </a:solidFill>
              </a:defRPr>
            </a:pPr>
            <a:r>
              <a:rPr sz="3300" b="1">
                <a:solidFill>
                  <a:srgbClr val="E6EEF5"/>
                </a:solidFill>
                <a:latin typeface="Arial"/>
                <a:ea typeface="Arial"/>
                <a:cs typeface="Arial"/>
              </a:rPr>
              <a:t>Цель — цифровая модель объекта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EAC6E-15BB-4CDB-8D02-F8E7FB54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SUBTERRA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DDB88-B9BB-4432-A6AE-6E9020F9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ACC0CF"/>
                </a:solidFill>
              </a:defRPr>
            </a:defPPr>
            <a:lvl1pPr algn="l">
              <a:defRPr sz="1200" b="0">
                <a:solidFill>
                  <a:srgbClr val="ACC0CF"/>
                </a:solidFill>
              </a:defRPr>
            </a:lvl1pPr>
            <a:lvl2pPr algn="l">
              <a:defRPr sz="1200" b="0">
                <a:solidFill>
                  <a:srgbClr val="ACC0CF"/>
                </a:solidFill>
              </a:defRPr>
            </a:lvl2pPr>
            <a:lvl3pPr algn="l">
              <a:defRPr sz="1200" b="0">
                <a:solidFill>
                  <a:srgbClr val="ACC0CF"/>
                </a:solidFill>
              </a:defRPr>
            </a:lvl3pPr>
            <a:lvl4pPr algn="l">
              <a:defRPr sz="1200" b="0">
                <a:solidFill>
                  <a:srgbClr val="ACC0CF"/>
                </a:solidFill>
              </a:defRPr>
            </a:lvl4pPr>
            <a:lvl5pPr algn="l">
              <a:defRPr sz="1200" b="0">
                <a:solidFill>
                  <a:srgbClr val="ACC0CF"/>
                </a:solidFill>
              </a:defRPr>
            </a:lvl5pPr>
            <a:lvl6pPr algn="l">
              <a:defRPr sz="1200" b="0">
                <a:solidFill>
                  <a:srgbClr val="ACC0CF"/>
                </a:solidFill>
              </a:defRPr>
            </a:lvl6pPr>
            <a:lvl7pPr algn="l">
              <a:defRPr sz="1200" b="0">
                <a:solidFill>
                  <a:srgbClr val="ACC0CF"/>
                </a:solidFill>
              </a:defRPr>
            </a:lvl7pPr>
            <a:lvl8pPr algn="l">
              <a:defRPr sz="1200" b="0">
                <a:solidFill>
                  <a:srgbClr val="ACC0CF"/>
                </a:solidFill>
              </a:defRPr>
            </a:lvl8pPr>
            <a:lvl9pPr algn="l">
              <a:defRPr sz="1200" b="0">
                <a:solidFill>
                  <a:srgbClr val="ACC0C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CC0CF"/>
                </a:solidFill>
              </a:defRPr>
            </a:pPr>
            <a:r>
              <a:rPr sz="1200" b="0">
                <a:solidFill>
                  <a:srgbClr val="ACC0C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1A78C-92D3-4C98-A817-0EC28CED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00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A1E3C5"/>
                </a:solidFill>
              </a:defRPr>
            </a:defPPr>
            <a:lvl1pPr algn="l">
              <a:defRPr sz="2700" b="1">
                <a:solidFill>
                  <a:srgbClr val="A1E3C5"/>
                </a:solidFill>
              </a:defRPr>
            </a:lvl1pPr>
            <a:lvl2pPr algn="l">
              <a:defRPr sz="2700" b="1">
                <a:solidFill>
                  <a:srgbClr val="A1E3C5"/>
                </a:solidFill>
              </a:defRPr>
            </a:lvl2pPr>
            <a:lvl3pPr algn="l">
              <a:defRPr sz="2700" b="1">
                <a:solidFill>
                  <a:srgbClr val="A1E3C5"/>
                </a:solidFill>
              </a:defRPr>
            </a:lvl3pPr>
            <a:lvl4pPr algn="l">
              <a:defRPr sz="2700" b="1">
                <a:solidFill>
                  <a:srgbClr val="A1E3C5"/>
                </a:solidFill>
              </a:defRPr>
            </a:lvl4pPr>
            <a:lvl5pPr algn="l">
              <a:defRPr sz="2700" b="1">
                <a:solidFill>
                  <a:srgbClr val="A1E3C5"/>
                </a:solidFill>
              </a:defRPr>
            </a:lvl5pPr>
            <a:lvl6pPr algn="l">
              <a:defRPr sz="2700" b="1">
                <a:solidFill>
                  <a:srgbClr val="A1E3C5"/>
                </a:solidFill>
              </a:defRPr>
            </a:lvl6pPr>
            <a:lvl7pPr algn="l">
              <a:defRPr sz="2700" b="1">
                <a:solidFill>
                  <a:srgbClr val="A1E3C5"/>
                </a:solidFill>
              </a:defRPr>
            </a:lvl7pPr>
            <a:lvl8pPr algn="l">
              <a:defRPr sz="2700" b="1">
                <a:solidFill>
                  <a:srgbClr val="A1E3C5"/>
                </a:solidFill>
              </a:defRPr>
            </a:lvl8pPr>
            <a:lvl9pPr algn="l">
              <a:defRPr sz="270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1E3C5"/>
                </a:solidFill>
              </a:defRPr>
            </a:pPr>
            <a:r>
              <a:rPr sz="270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Сегодня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ADD18-3497-4BE6-AB4C-AA616D5B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E6EEF5"/>
                </a:solidFill>
              </a:defRPr>
            </a:defPPr>
            <a:lvl1pPr algn="l">
              <a:defRPr sz="2175" b="0">
                <a:solidFill>
                  <a:srgbClr val="E6EEF5"/>
                </a:solidFill>
              </a:defRPr>
            </a:lvl1pPr>
            <a:lvl2pPr algn="l">
              <a:defRPr sz="2175" b="0">
                <a:solidFill>
                  <a:srgbClr val="E6EEF5"/>
                </a:solidFill>
              </a:defRPr>
            </a:lvl2pPr>
            <a:lvl3pPr algn="l">
              <a:defRPr sz="2175" b="0">
                <a:solidFill>
                  <a:srgbClr val="E6EEF5"/>
                </a:solidFill>
              </a:defRPr>
            </a:lvl3pPr>
            <a:lvl4pPr algn="l">
              <a:defRPr sz="2175" b="0">
                <a:solidFill>
                  <a:srgbClr val="E6EEF5"/>
                </a:solidFill>
              </a:defRPr>
            </a:lvl4pPr>
            <a:lvl5pPr algn="l">
              <a:defRPr sz="2175" b="0">
                <a:solidFill>
                  <a:srgbClr val="E6EEF5"/>
                </a:solidFill>
              </a:defRPr>
            </a:lvl5pPr>
            <a:lvl6pPr algn="l">
              <a:defRPr sz="2175" b="0">
                <a:solidFill>
                  <a:srgbClr val="E6EEF5"/>
                </a:solidFill>
              </a:defRPr>
            </a:lvl6pPr>
            <a:lvl7pPr algn="l">
              <a:defRPr sz="2175" b="0">
                <a:solidFill>
                  <a:srgbClr val="E6EEF5"/>
                </a:solidFill>
              </a:defRPr>
            </a:lvl7pPr>
            <a:lvl8pPr algn="l">
              <a:defRPr sz="2175" b="0">
                <a:solidFill>
                  <a:srgbClr val="E6EEF5"/>
                </a:solidFill>
              </a:defRPr>
            </a:lvl8pPr>
            <a:lvl9pPr algn="l">
              <a:defRPr sz="2175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6EEF5"/>
                </a:solidFill>
              </a:defRPr>
            </a:pP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Рабочий прототип на реальных сканах:</a:t>
            </a:r>
            <a:b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3D-осмотр, реконструкция</a:t>
            </a:r>
            <a:b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 первые инструменты 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CD97F-A9BA-49DD-8258-CA875474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383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A1E3C5"/>
                </a:solidFill>
              </a:defRPr>
            </a:defPPr>
            <a:lvl1pPr algn="l">
              <a:defRPr sz="2700" b="1">
                <a:solidFill>
                  <a:srgbClr val="A1E3C5"/>
                </a:solidFill>
              </a:defRPr>
            </a:lvl1pPr>
            <a:lvl2pPr algn="l">
              <a:defRPr sz="2700" b="1">
                <a:solidFill>
                  <a:srgbClr val="A1E3C5"/>
                </a:solidFill>
              </a:defRPr>
            </a:lvl2pPr>
            <a:lvl3pPr algn="l">
              <a:defRPr sz="2700" b="1">
                <a:solidFill>
                  <a:srgbClr val="A1E3C5"/>
                </a:solidFill>
              </a:defRPr>
            </a:lvl3pPr>
            <a:lvl4pPr algn="l">
              <a:defRPr sz="2700" b="1">
                <a:solidFill>
                  <a:srgbClr val="A1E3C5"/>
                </a:solidFill>
              </a:defRPr>
            </a:lvl4pPr>
            <a:lvl5pPr algn="l">
              <a:defRPr sz="2700" b="1">
                <a:solidFill>
                  <a:srgbClr val="A1E3C5"/>
                </a:solidFill>
              </a:defRPr>
            </a:lvl5pPr>
            <a:lvl6pPr algn="l">
              <a:defRPr sz="2700" b="1">
                <a:solidFill>
                  <a:srgbClr val="A1E3C5"/>
                </a:solidFill>
              </a:defRPr>
            </a:lvl6pPr>
            <a:lvl7pPr algn="l">
              <a:defRPr sz="2700" b="1">
                <a:solidFill>
                  <a:srgbClr val="A1E3C5"/>
                </a:solidFill>
              </a:defRPr>
            </a:lvl7pPr>
            <a:lvl8pPr algn="l">
              <a:defRPr sz="2700" b="1">
                <a:solidFill>
                  <a:srgbClr val="A1E3C5"/>
                </a:solidFill>
              </a:defRPr>
            </a:lvl8pPr>
            <a:lvl9pPr algn="l">
              <a:defRPr sz="2700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1E3C5"/>
                </a:solidFill>
              </a:defRPr>
            </a:pPr>
            <a:r>
              <a:rPr sz="2700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30D2B-4C31-4C99-AB17-031DF401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E6EEF5"/>
                </a:solidFill>
              </a:defRPr>
            </a:defPPr>
            <a:lvl1pPr algn="l">
              <a:defRPr sz="2175" b="0">
                <a:solidFill>
                  <a:srgbClr val="E6EEF5"/>
                </a:solidFill>
              </a:defRPr>
            </a:lvl1pPr>
            <a:lvl2pPr algn="l">
              <a:defRPr sz="2175" b="0">
                <a:solidFill>
                  <a:srgbClr val="E6EEF5"/>
                </a:solidFill>
              </a:defRPr>
            </a:lvl2pPr>
            <a:lvl3pPr algn="l">
              <a:defRPr sz="2175" b="0">
                <a:solidFill>
                  <a:srgbClr val="E6EEF5"/>
                </a:solidFill>
              </a:defRPr>
            </a:lvl3pPr>
            <a:lvl4pPr algn="l">
              <a:defRPr sz="2175" b="0">
                <a:solidFill>
                  <a:srgbClr val="E6EEF5"/>
                </a:solidFill>
              </a:defRPr>
            </a:lvl4pPr>
            <a:lvl5pPr algn="l">
              <a:defRPr sz="2175" b="0">
                <a:solidFill>
                  <a:srgbClr val="E6EEF5"/>
                </a:solidFill>
              </a:defRPr>
            </a:lvl5pPr>
            <a:lvl6pPr algn="l">
              <a:defRPr sz="2175" b="0">
                <a:solidFill>
                  <a:srgbClr val="E6EEF5"/>
                </a:solidFill>
              </a:defRPr>
            </a:lvl6pPr>
            <a:lvl7pPr algn="l">
              <a:defRPr sz="2175" b="0">
                <a:solidFill>
                  <a:srgbClr val="E6EEF5"/>
                </a:solidFill>
              </a:defRPr>
            </a:lvl7pPr>
            <a:lvl8pPr algn="l">
              <a:defRPr sz="2175" b="0">
                <a:solidFill>
                  <a:srgbClr val="E6EEF5"/>
                </a:solidFill>
              </a:defRPr>
            </a:lvl8pPr>
            <a:lvl9pPr algn="l">
              <a:defRPr sz="2175" b="0">
                <a:solidFill>
                  <a:srgbClr val="E6EEF5"/>
                </a:solidFill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6EEF5"/>
                </a:solidFill>
              </a:defRPr>
            </a:pP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Связанные комнаты и этажи,</a:t>
            </a:r>
            <a:b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новые классы объектов</a:t>
            </a:r>
            <a:b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</a:br>
            <a:r>
              <a:rPr sz="217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 подключение реального LiDAR.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BF1D1-5F69-487A-9F8C-26378063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A1E3C5"/>
                </a:solidFill>
              </a:defRPr>
            </a:defPPr>
            <a:lvl1pPr algn="l">
              <a:defRPr sz="3225" b="1">
                <a:solidFill>
                  <a:srgbClr val="A1E3C5"/>
                </a:solidFill>
              </a:defRPr>
            </a:lvl1pPr>
            <a:lvl2pPr algn="l">
              <a:defRPr sz="3225" b="1">
                <a:solidFill>
                  <a:srgbClr val="A1E3C5"/>
                </a:solidFill>
              </a:defRPr>
            </a:lvl2pPr>
            <a:lvl3pPr algn="l">
              <a:defRPr sz="3225" b="1">
                <a:solidFill>
                  <a:srgbClr val="A1E3C5"/>
                </a:solidFill>
              </a:defRPr>
            </a:lvl3pPr>
            <a:lvl4pPr algn="l">
              <a:defRPr sz="3225" b="1">
                <a:solidFill>
                  <a:srgbClr val="A1E3C5"/>
                </a:solidFill>
              </a:defRPr>
            </a:lvl4pPr>
            <a:lvl5pPr algn="l">
              <a:defRPr sz="3225" b="1">
                <a:solidFill>
                  <a:srgbClr val="A1E3C5"/>
                </a:solidFill>
              </a:defRPr>
            </a:lvl5pPr>
            <a:lvl6pPr algn="l">
              <a:defRPr sz="3225" b="1">
                <a:solidFill>
                  <a:srgbClr val="A1E3C5"/>
                </a:solidFill>
              </a:defRPr>
            </a:lvl6pPr>
            <a:lvl7pPr algn="l">
              <a:defRPr sz="3225" b="1">
                <a:solidFill>
                  <a:srgbClr val="A1E3C5"/>
                </a:solidFill>
              </a:defRPr>
            </a:lvl7pPr>
            <a:lvl8pPr algn="l">
              <a:defRPr sz="3225" b="1">
                <a:solidFill>
                  <a:srgbClr val="A1E3C5"/>
                </a:solidFill>
              </a:defRPr>
            </a:lvl8pPr>
            <a:lvl9pPr algn="l">
              <a:defRPr sz="3225" b="1">
                <a:solidFill>
                  <a:srgbClr val="A1E3C5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A1E3C5"/>
                </a:solidFill>
              </a:defRPr>
            </a:pPr>
            <a:r>
              <a:rPr sz="3225" b="1">
                <a:solidFill>
                  <a:srgbClr val="A1E3C5"/>
                </a:solidFill>
                <a:latin typeface="Arial"/>
                <a:ea typeface="Arial"/>
                <a:cs typeface="Arial"/>
              </a:rPr>
              <a:t>SubTerra — пространство для цифрового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576561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2026-10-29T20:29:08.5560000Z</dcterms:created>
  <dcterms:modified xsi:type="dcterms:W3CDTF">2026-10-29T20:29:08.5570000Z</dcterms:modified>
</coreProperties>
</file>